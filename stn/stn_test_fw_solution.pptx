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0" r:id="rId4"/>
    <p:sldId id="259" r:id="rId5"/>
    <p:sldId id="261" r:id="rId6"/>
    <p:sldId id="264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9589C-9C42-44C0-007D-2486011E2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A9982A-C536-5EB5-231D-348321677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B85FD-D1C8-9266-C77D-23D4DFEE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D253D-DDA2-E879-250E-B025210E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BA4E1A-9980-7438-6BF9-3C1E7FD4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9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133A2-40F3-B279-661B-B3AFCC90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EEA8E-4B94-0EF8-F8B3-88C9B74A2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7A4DB-C5A9-30D9-FBA6-B6076320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956E3-08D7-186B-77A9-63BA7DA9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77F7C-B502-3DF4-7ACF-1A14CB62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1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D5BC2-9029-32BF-55D9-FF27D07B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B722C3-3E51-83A5-079A-86B3F9A2E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B4F82C-9D77-8199-9D6A-9A094026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68D256-E663-EB6E-72E9-629A4F74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521704-4C14-EF9F-810C-D29A151C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93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03A6A-1812-8335-682C-377D158A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3EBBA4-4372-C251-A2B3-DDE304C14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E9B89C-ABFD-5A74-6FE5-F413E21D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BD77A1-846F-D715-866A-DBECB3D9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C9F244-8E20-937F-3C57-6332655D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BAC07B-D919-9EF2-5300-AF71622C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55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0283E-86D7-C824-6541-113A7B0EC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69FFC3-CBFE-9405-D3C9-8482CBDDA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4A36C5-0CFA-3AEA-FC88-62BC4A36B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56BC96-2BEA-08BB-592F-418A752CA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35DB65-6908-F63E-4CCF-BD4610E08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4AFE5D-AF74-5C27-CC25-E50FB365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3E9FF5-3D0C-59A0-9E61-D09C443F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14A3FF-E4F8-0FD9-BB7C-920F2EC2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59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AE6AA-4BAF-4DFB-2814-600450A0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E567B7-9237-54D1-C435-B51AD7D3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BFD9C3-E320-9AFC-4EF5-5E311052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EAC183-E887-8B63-B809-C4353819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5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246EE0-F7E3-BD60-5604-FA30D777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3212FD-8A4F-54BA-FA84-91F624E9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0C277B-2F28-2BF8-9BA7-3E2941C0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19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44001-0E22-FC75-7B5C-9F54D0FF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DAB4EF-3237-97DB-1429-688D0DC9F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BAFB4D-D62C-65B7-B5FC-7C5CB91B4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E0576C-7F2F-5EFD-DE28-BA919719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5CFFF3-F7C2-E16B-A88F-27DEA768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28BFAC-88FD-C1A3-E57F-DC026E9C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33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D5FB6-65B2-7EBD-581F-A55BF923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FD0911-7518-DE3B-BFF4-C4C845F9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4ADEE4-8660-8D30-7B83-F55831402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9C8CD4-AF86-F77C-A9B3-C56BC52F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C9D0E3-82E6-DF8F-4516-5BB5F732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64AA76-59C9-A28E-00FC-6A79C1C0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23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EA44D-BFB7-0A5C-BA21-C171E919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426F1F-818A-3C37-82DF-71B422B0F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7658BC-1F81-357B-8FA7-2E7E8CEC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5BEB97-8D83-7A33-BF7F-6998C8CB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87A1E0-897E-846E-67AF-41DBCF42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55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88FF20-2107-E547-F9CD-48E714DFA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B32F98-B4A6-20BD-7C19-69C4D98F8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E584C2-8E2E-93DC-A659-1DD8F87E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336105-BBF7-37FA-F15E-1CA7E5B2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2B617-5E3D-5821-8473-967BA9E9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D04848-FCCC-DCE1-167B-56E4E2136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C7473-7997-81AB-14EA-91AE2F5D3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AF4D2F-DF7F-6300-DAAC-8C47A0303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CEF-43AD-4927-89A2-F66B823BF21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E7C51-0708-BB3C-B9CB-DC2D3EFDE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36075-3DFE-732C-A731-179F661A3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D7323-F641-49DB-8B54-39E7CAC70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41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chip.com/en-us/products/fpgas-and-plds/ip-core-tools/corecan_f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92C8CE-5394-6081-E930-8FD7C4A72B33}"/>
              </a:ext>
            </a:extLst>
          </p:cNvPr>
          <p:cNvSpPr txBox="1"/>
          <p:nvPr/>
        </p:nvSpPr>
        <p:spPr>
          <a:xfrm>
            <a:off x="62042" y="28198"/>
            <a:ext cx="5221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STN PCBA Test System Setup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24178C8-B890-5B69-E161-A5E0B7D7409E}"/>
              </a:ext>
            </a:extLst>
          </p:cNvPr>
          <p:cNvGrpSpPr/>
          <p:nvPr/>
        </p:nvGrpSpPr>
        <p:grpSpPr>
          <a:xfrm>
            <a:off x="3485072" y="891396"/>
            <a:ext cx="6492815" cy="5129842"/>
            <a:chOff x="3485072" y="891396"/>
            <a:chExt cx="6492815" cy="5129842"/>
          </a:xfrm>
        </p:grpSpPr>
        <p:sp>
          <p:nvSpPr>
            <p:cNvPr id="3" name="流程图: 过程 2">
              <a:extLst>
                <a:ext uri="{FF2B5EF4-FFF2-40B4-BE49-F238E27FC236}">
                  <a16:creationId xmlns:a16="http://schemas.microsoft.com/office/drawing/2014/main" id="{4B5F955B-69CC-D66D-371A-D6CDC5572E1A}"/>
                </a:ext>
              </a:extLst>
            </p:cNvPr>
            <p:cNvSpPr/>
            <p:nvPr/>
          </p:nvSpPr>
          <p:spPr>
            <a:xfrm>
              <a:off x="3485072" y="891396"/>
              <a:ext cx="3625966" cy="1006415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Workstation</a:t>
              </a:r>
            </a:p>
            <a:p>
              <a:pPr algn="ctr"/>
              <a:r>
                <a:rPr lang="en-US" altLang="zh-CN" b="1" dirty="0"/>
                <a:t>(</a:t>
              </a:r>
              <a:r>
                <a:rPr lang="en-US" altLang="zh-CN" b="1" dirty="0" err="1"/>
                <a:t>JabilTest</a:t>
              </a:r>
              <a:r>
                <a:rPr lang="en-US" altLang="zh-CN" b="1" dirty="0"/>
                <a:t>)</a:t>
              </a:r>
              <a:endParaRPr lang="zh-CN" altLang="en-US" b="1" dirty="0"/>
            </a:p>
          </p:txBody>
        </p:sp>
        <p:sp>
          <p:nvSpPr>
            <p:cNvPr id="4" name="流程图: 过程 3">
              <a:extLst>
                <a:ext uri="{FF2B5EF4-FFF2-40B4-BE49-F238E27FC236}">
                  <a16:creationId xmlns:a16="http://schemas.microsoft.com/office/drawing/2014/main" id="{BDC64B49-56A8-7F0B-4325-BCA9102C7D57}"/>
                </a:ext>
              </a:extLst>
            </p:cNvPr>
            <p:cNvSpPr/>
            <p:nvPr/>
          </p:nvSpPr>
          <p:spPr>
            <a:xfrm>
              <a:off x="7824158" y="2893448"/>
              <a:ext cx="2153729" cy="94171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Instruments</a:t>
              </a:r>
            </a:p>
            <a:p>
              <a:pPr algn="ctr"/>
              <a:r>
                <a:rPr lang="en-US" altLang="zh-CN" dirty="0"/>
                <a:t>Signal Source, DMD, OSC, etc.</a:t>
              </a:r>
              <a:endParaRPr lang="zh-CN" altLang="en-US" dirty="0"/>
            </a:p>
          </p:txBody>
        </p:sp>
        <p:sp>
          <p:nvSpPr>
            <p:cNvPr id="5" name="流程图: 过程 4">
              <a:extLst>
                <a:ext uri="{FF2B5EF4-FFF2-40B4-BE49-F238E27FC236}">
                  <a16:creationId xmlns:a16="http://schemas.microsoft.com/office/drawing/2014/main" id="{752CEC64-1C53-E799-F09E-C9624F2A5BE5}"/>
                </a:ext>
              </a:extLst>
            </p:cNvPr>
            <p:cNvSpPr/>
            <p:nvPr/>
          </p:nvSpPr>
          <p:spPr>
            <a:xfrm>
              <a:off x="3536829" y="4196034"/>
              <a:ext cx="3574209" cy="1825204"/>
            </a:xfrm>
            <a:prstGeom prst="flowChartProcess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STN PCBA</a:t>
              </a:r>
              <a:endParaRPr lang="zh-CN" altLang="en-US" b="1" dirty="0"/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D3D82113-F0AF-08C8-BC4F-E6F9E23FD94C}"/>
                </a:ext>
              </a:extLst>
            </p:cNvPr>
            <p:cNvSpPr/>
            <p:nvPr/>
          </p:nvSpPr>
          <p:spPr>
            <a:xfrm>
              <a:off x="6285784" y="4283018"/>
              <a:ext cx="517583" cy="43563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J40</a:t>
              </a:r>
              <a:endParaRPr lang="zh-CN" altLang="en-US" dirty="0"/>
            </a:p>
          </p:txBody>
        </p:sp>
        <p:sp>
          <p:nvSpPr>
            <p:cNvPr id="7" name="流程图: 过程 6">
              <a:extLst>
                <a:ext uri="{FF2B5EF4-FFF2-40B4-BE49-F238E27FC236}">
                  <a16:creationId xmlns:a16="http://schemas.microsoft.com/office/drawing/2014/main" id="{402FB86C-6F8A-7DF9-2A46-2943AA8E44C5}"/>
                </a:ext>
              </a:extLst>
            </p:cNvPr>
            <p:cNvSpPr/>
            <p:nvPr/>
          </p:nvSpPr>
          <p:spPr>
            <a:xfrm>
              <a:off x="5672590" y="4283018"/>
              <a:ext cx="517583" cy="43563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J41</a:t>
              </a:r>
              <a:endParaRPr lang="zh-CN" altLang="en-US" dirty="0"/>
            </a:p>
          </p:txBody>
        </p:sp>
        <p:sp>
          <p:nvSpPr>
            <p:cNvPr id="8" name="流程图: 过程 7">
              <a:extLst>
                <a:ext uri="{FF2B5EF4-FFF2-40B4-BE49-F238E27FC236}">
                  <a16:creationId xmlns:a16="http://schemas.microsoft.com/office/drawing/2014/main" id="{5A4B56FE-0845-B392-C200-A462E29B244B}"/>
                </a:ext>
              </a:extLst>
            </p:cNvPr>
            <p:cNvSpPr/>
            <p:nvPr/>
          </p:nvSpPr>
          <p:spPr>
            <a:xfrm>
              <a:off x="3632680" y="4283018"/>
              <a:ext cx="517583" cy="43563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J35</a:t>
              </a:r>
              <a:endParaRPr lang="zh-CN" altLang="en-US" dirty="0"/>
            </a:p>
          </p:txBody>
        </p:sp>
        <p:sp>
          <p:nvSpPr>
            <p:cNvPr id="9" name="流程图: 过程 8">
              <a:extLst>
                <a:ext uri="{FF2B5EF4-FFF2-40B4-BE49-F238E27FC236}">
                  <a16:creationId xmlns:a16="http://schemas.microsoft.com/office/drawing/2014/main" id="{8C750909-7FC5-A4BA-1B35-7A4C3A290D4F}"/>
                </a:ext>
              </a:extLst>
            </p:cNvPr>
            <p:cNvSpPr/>
            <p:nvPr/>
          </p:nvSpPr>
          <p:spPr>
            <a:xfrm>
              <a:off x="4267855" y="4283018"/>
              <a:ext cx="517583" cy="43563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J36</a:t>
              </a:r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1DDE643-BDB7-DD51-5A00-1C1DA302C5FE}"/>
                </a:ext>
              </a:extLst>
            </p:cNvPr>
            <p:cNvSpPr/>
            <p:nvPr/>
          </p:nvSpPr>
          <p:spPr>
            <a:xfrm>
              <a:off x="3536829" y="2893448"/>
              <a:ext cx="3574210" cy="94171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Custom EXT Board</a:t>
              </a:r>
              <a:endParaRPr lang="zh-CN" altLang="en-US" b="1" dirty="0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EAE9995-A11F-2CDF-AC1C-E16B4B035FA2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3891472" y="3835167"/>
              <a:ext cx="0" cy="44785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B5A4C7E-67E0-A6A2-A5E9-FC1147F1D71C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5931382" y="3835167"/>
              <a:ext cx="0" cy="44785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B867A90-C77E-E5B0-BCA2-87BDF85E785C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4526646" y="3835167"/>
              <a:ext cx="1" cy="44785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37E74EB-B621-44B6-D915-C6573A590BB5}"/>
                </a:ext>
              </a:extLst>
            </p:cNvPr>
            <p:cNvCxnSpPr>
              <a:stCxn id="6" idx="0"/>
            </p:cNvCxnSpPr>
            <p:nvPr/>
          </p:nvCxnSpPr>
          <p:spPr>
            <a:xfrm flipH="1" flipV="1">
              <a:off x="6544575" y="3835167"/>
              <a:ext cx="1" cy="447851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2FFEE53-4CD2-85FB-F075-79AE88C77FC2}"/>
                </a:ext>
              </a:extLst>
            </p:cNvPr>
            <p:cNvCxnSpPr/>
            <p:nvPr/>
          </p:nvCxnSpPr>
          <p:spPr>
            <a:xfrm flipV="1">
              <a:off x="4548996" y="1897811"/>
              <a:ext cx="0" cy="995637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0E7CFC4-4EBA-495D-3983-05CA29A19598}"/>
                </a:ext>
              </a:extLst>
            </p:cNvPr>
            <p:cNvCxnSpPr/>
            <p:nvPr/>
          </p:nvCxnSpPr>
          <p:spPr>
            <a:xfrm flipV="1">
              <a:off x="6159260" y="1897811"/>
              <a:ext cx="0" cy="995637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7BB7DE1E-53EB-748F-EC52-1D6C8932E24B}"/>
                </a:ext>
              </a:extLst>
            </p:cNvPr>
            <p:cNvCxnSpPr>
              <a:stCxn id="3" idx="3"/>
              <a:endCxn id="4" idx="0"/>
            </p:cNvCxnSpPr>
            <p:nvPr/>
          </p:nvCxnSpPr>
          <p:spPr>
            <a:xfrm>
              <a:off x="7111038" y="1394604"/>
              <a:ext cx="1789985" cy="1498844"/>
            </a:xfrm>
            <a:prstGeom prst="bentConnector2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0454085-18ED-F3BC-AE7D-0F2D462DA264}"/>
                </a:ext>
              </a:extLst>
            </p:cNvPr>
            <p:cNvCxnSpPr>
              <a:stCxn id="4" idx="1"/>
              <a:endCxn id="10" idx="3"/>
            </p:cNvCxnSpPr>
            <p:nvPr/>
          </p:nvCxnSpPr>
          <p:spPr>
            <a:xfrm flipH="1">
              <a:off x="7111039" y="3364308"/>
              <a:ext cx="713119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符: 肘形 30">
              <a:extLst>
                <a:ext uri="{FF2B5EF4-FFF2-40B4-BE49-F238E27FC236}">
                  <a16:creationId xmlns:a16="http://schemas.microsoft.com/office/drawing/2014/main" id="{CF8EBF22-DEF5-AB44-E56C-EB239C51668C}"/>
                </a:ext>
              </a:extLst>
            </p:cNvPr>
            <p:cNvCxnSpPr>
              <a:stCxn id="4" idx="2"/>
              <a:endCxn id="5" idx="3"/>
            </p:cNvCxnSpPr>
            <p:nvPr/>
          </p:nvCxnSpPr>
          <p:spPr>
            <a:xfrm rot="5400000">
              <a:off x="7369297" y="3576909"/>
              <a:ext cx="1273469" cy="1789985"/>
            </a:xfrm>
            <a:prstGeom prst="bentConnector2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51FA6BF-63D5-DA8A-71B9-82A859DC98F4}"/>
                </a:ext>
              </a:extLst>
            </p:cNvPr>
            <p:cNvSpPr txBox="1"/>
            <p:nvPr/>
          </p:nvSpPr>
          <p:spPr>
            <a:xfrm>
              <a:off x="7727749" y="1086826"/>
              <a:ext cx="5565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Eth…</a:t>
              </a:r>
              <a:endParaRPr lang="zh-CN" altLang="en-US" sz="1400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7828B86-8565-1455-D253-CCB1C8728C56}"/>
                </a:ext>
              </a:extLst>
            </p:cNvPr>
            <p:cNvSpPr txBox="1"/>
            <p:nvPr/>
          </p:nvSpPr>
          <p:spPr>
            <a:xfrm>
              <a:off x="6124756" y="2145001"/>
              <a:ext cx="8627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USB2TTL</a:t>
              </a:r>
            </a:p>
            <a:p>
              <a:r>
                <a:rPr lang="en-US" altLang="zh-CN" sz="1400" dirty="0"/>
                <a:t>Adapter</a:t>
              </a:r>
              <a:endParaRPr lang="zh-CN" altLang="en-US" sz="14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DC4A747-AD9F-43C2-A96F-F5403CD9DAF7}"/>
                </a:ext>
              </a:extLst>
            </p:cNvPr>
            <p:cNvSpPr txBox="1"/>
            <p:nvPr/>
          </p:nvSpPr>
          <p:spPr>
            <a:xfrm>
              <a:off x="4516504" y="2132943"/>
              <a:ext cx="11560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Flashpro4</a:t>
              </a:r>
            </a:p>
            <a:p>
              <a:r>
                <a:rPr lang="en-US" altLang="zh-CN" sz="1400" dirty="0"/>
                <a:t>Programmer</a:t>
              </a:r>
              <a:endParaRPr lang="zh-CN" altLang="en-US" sz="14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6CA6698-F5CD-9F2C-8427-2CB400233578}"/>
                </a:ext>
              </a:extLst>
            </p:cNvPr>
            <p:cNvSpPr txBox="1"/>
            <p:nvPr/>
          </p:nvSpPr>
          <p:spPr>
            <a:xfrm>
              <a:off x="3820973" y="3931749"/>
              <a:ext cx="4956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err="1"/>
                <a:t>Jtag</a:t>
              </a:r>
              <a:endParaRPr lang="zh-CN" altLang="en-US" sz="14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E7D32C7-7BA1-BE60-BD2D-0A8BA41CB251}"/>
                </a:ext>
              </a:extLst>
            </p:cNvPr>
            <p:cNvSpPr txBox="1"/>
            <p:nvPr/>
          </p:nvSpPr>
          <p:spPr>
            <a:xfrm>
              <a:off x="4457936" y="3931749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Debug</a:t>
              </a:r>
              <a:endParaRPr lang="zh-CN" altLang="en-US" sz="14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C0DC968-FAFB-7EFD-1B79-94F17A308D03}"/>
                </a:ext>
              </a:extLst>
            </p:cNvPr>
            <p:cNvSpPr txBox="1"/>
            <p:nvPr/>
          </p:nvSpPr>
          <p:spPr>
            <a:xfrm>
              <a:off x="6477910" y="3931749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Debug</a:t>
              </a:r>
              <a:endParaRPr lang="zh-CN" altLang="en-US" sz="14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AC1A10B-6F10-EC63-AB2D-C331550E49DC}"/>
                </a:ext>
              </a:extLst>
            </p:cNvPr>
            <p:cNvSpPr txBox="1"/>
            <p:nvPr/>
          </p:nvSpPr>
          <p:spPr>
            <a:xfrm>
              <a:off x="5871725" y="3931749"/>
              <a:ext cx="4956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err="1"/>
                <a:t>Jtag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8412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FBFC8-B0C4-9A00-4AA4-984847B0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2E2931B5-48BC-1A60-DD92-1363D6BD0EE1}"/>
              </a:ext>
            </a:extLst>
          </p:cNvPr>
          <p:cNvSpPr/>
          <p:nvPr/>
        </p:nvSpPr>
        <p:spPr>
          <a:xfrm>
            <a:off x="1104180" y="2508698"/>
            <a:ext cx="9729039" cy="37770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542107-CF9B-7091-00FA-0F5A347B3D14}"/>
              </a:ext>
            </a:extLst>
          </p:cNvPr>
          <p:cNvSpPr/>
          <p:nvPr/>
        </p:nvSpPr>
        <p:spPr>
          <a:xfrm>
            <a:off x="4852515" y="1237141"/>
            <a:ext cx="2192767" cy="4108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7688BD-C6B9-301B-5202-13D4AD1F6B2E}"/>
              </a:ext>
            </a:extLst>
          </p:cNvPr>
          <p:cNvSpPr/>
          <p:nvPr/>
        </p:nvSpPr>
        <p:spPr>
          <a:xfrm>
            <a:off x="4852515" y="1998384"/>
            <a:ext cx="2192767" cy="3324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USB-Adapter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2425E51-8315-523F-3FD2-E26550BAB086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948899" y="1648012"/>
            <a:ext cx="0" cy="35037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DB5AF89-4EED-43C4-1ADE-0EE8F1876A10}"/>
              </a:ext>
            </a:extLst>
          </p:cNvPr>
          <p:cNvCxnSpPr>
            <a:cxnSpLocks/>
            <a:stCxn id="4" idx="2"/>
            <a:endCxn id="103" idx="0"/>
          </p:cNvCxnSpPr>
          <p:nvPr/>
        </p:nvCxnSpPr>
        <p:spPr>
          <a:xfrm>
            <a:off x="5948899" y="2330806"/>
            <a:ext cx="1" cy="35860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9508BD8-9AEC-0240-DFCE-F0D720068871}"/>
              </a:ext>
            </a:extLst>
          </p:cNvPr>
          <p:cNvSpPr txBox="1"/>
          <p:nvPr/>
        </p:nvSpPr>
        <p:spPr>
          <a:xfrm>
            <a:off x="5947091" y="1669829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USB Cable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7786DE-380C-4F0D-9D19-452C16942686}"/>
              </a:ext>
            </a:extLst>
          </p:cNvPr>
          <p:cNvSpPr txBox="1"/>
          <p:nvPr/>
        </p:nvSpPr>
        <p:spPr>
          <a:xfrm>
            <a:off x="5993502" y="2354810"/>
            <a:ext cx="615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UART</a:t>
            </a:r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9483C6-64FF-79AA-A8D6-EF326429A622}"/>
              </a:ext>
            </a:extLst>
          </p:cNvPr>
          <p:cNvSpPr/>
          <p:nvPr/>
        </p:nvSpPr>
        <p:spPr>
          <a:xfrm>
            <a:off x="4020220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GPIO_IF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9713BA-76DE-ED07-BC6B-44C9FC6DFA38}"/>
              </a:ext>
            </a:extLst>
          </p:cNvPr>
          <p:cNvSpPr/>
          <p:nvPr/>
        </p:nvSpPr>
        <p:spPr>
          <a:xfrm>
            <a:off x="5342883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FPGA_IF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EAEF76-06F4-CB69-28DD-1B78C6AA632D}"/>
              </a:ext>
            </a:extLst>
          </p:cNvPr>
          <p:cNvSpPr/>
          <p:nvPr/>
        </p:nvSpPr>
        <p:spPr>
          <a:xfrm>
            <a:off x="6677049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EEP_IF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96C0F5-8102-CBDE-2107-481E1D5C3A8F}"/>
              </a:ext>
            </a:extLst>
          </p:cNvPr>
          <p:cNvSpPr/>
          <p:nvPr/>
        </p:nvSpPr>
        <p:spPr>
          <a:xfrm>
            <a:off x="2687899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CLOCK</a:t>
            </a:r>
            <a:br>
              <a:rPr lang="en-US" altLang="zh-CN" dirty="0"/>
            </a:br>
            <a:r>
              <a:rPr lang="en-US" altLang="zh-CN" dirty="0"/>
              <a:t>GEN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C218D5-FB24-4023-5CE1-1837B095D58E}"/>
              </a:ext>
            </a:extLst>
          </p:cNvPr>
          <p:cNvSpPr/>
          <p:nvPr/>
        </p:nvSpPr>
        <p:spPr>
          <a:xfrm>
            <a:off x="8011215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PHY</a:t>
            </a:r>
            <a:br>
              <a:rPr lang="en-US" altLang="zh-CN" dirty="0"/>
            </a:br>
            <a:r>
              <a:rPr lang="en-US" altLang="zh-CN" dirty="0"/>
              <a:t>TEST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BB51BB-0C24-FA64-E8FB-E9644AC22B02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5948898" y="4066652"/>
            <a:ext cx="0" cy="147129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B75AF94E-280C-F894-9E99-1BC985501336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4551922" y="4140966"/>
            <a:ext cx="1471291" cy="132266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F32185A3-A4FC-FE1F-2F1C-AD672429D79F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5400000">
            <a:off x="3885761" y="3474805"/>
            <a:ext cx="1471291" cy="265498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6C230D8B-6049-9715-8FB9-02CCEFBC117B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5880336" y="4135214"/>
            <a:ext cx="1471291" cy="133416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1020812A-B39E-9D21-5B74-64034DE92B7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16200000" flipH="1">
            <a:off x="6547419" y="3468131"/>
            <a:ext cx="1471291" cy="266833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AB67659-323D-E183-9DE7-23F747B84E2D}"/>
              </a:ext>
            </a:extLst>
          </p:cNvPr>
          <p:cNvSpPr txBox="1"/>
          <p:nvPr/>
        </p:nvSpPr>
        <p:spPr>
          <a:xfrm>
            <a:off x="5947835" y="4508011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OPB BUS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6A898BF-EAAB-9F30-A5C3-B3728B5A0434}"/>
              </a:ext>
            </a:extLst>
          </p:cNvPr>
          <p:cNvSpPr txBox="1"/>
          <p:nvPr/>
        </p:nvSpPr>
        <p:spPr>
          <a:xfrm>
            <a:off x="8607336" y="2689412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HW-FPGA</a:t>
            </a:r>
            <a:endParaRPr lang="zh-CN" altLang="en-US" b="1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EF9C437-7264-E713-57C8-560C1CDAFF4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6609376" y="1977606"/>
            <a:ext cx="2308354" cy="5310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CAADF71-647C-5DB8-1AAA-9785B97C6EAC}"/>
              </a:ext>
            </a:extLst>
          </p:cNvPr>
          <p:cNvSpPr txBox="1"/>
          <p:nvPr/>
        </p:nvSpPr>
        <p:spPr>
          <a:xfrm>
            <a:off x="62042" y="28198"/>
            <a:ext cx="5221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HW FPGA Design Diagram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0E5B8E6-5D40-0BDF-538B-E9658744E35E}"/>
              </a:ext>
            </a:extLst>
          </p:cNvPr>
          <p:cNvSpPr/>
          <p:nvPr/>
        </p:nvSpPr>
        <p:spPr>
          <a:xfrm>
            <a:off x="4327184" y="2689412"/>
            <a:ext cx="3243431" cy="1694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algn="ctr"/>
            <a:r>
              <a:rPr lang="en-US" altLang="zh-CN" b="1" dirty="0"/>
              <a:t>CMD_SERVER</a:t>
            </a:r>
            <a:endParaRPr lang="zh-CN" altLang="en-US" b="1" dirty="0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B231724-7C99-2E22-ACA1-EE83B1DD8B10}"/>
              </a:ext>
            </a:extLst>
          </p:cNvPr>
          <p:cNvGrpSpPr/>
          <p:nvPr/>
        </p:nvGrpSpPr>
        <p:grpSpPr>
          <a:xfrm>
            <a:off x="4851776" y="2751348"/>
            <a:ext cx="2193506" cy="1315304"/>
            <a:chOff x="4201913" y="2751348"/>
            <a:chExt cx="2193506" cy="131530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2B9517E-5360-B553-1A00-159600455A0D}"/>
                </a:ext>
              </a:extLst>
            </p:cNvPr>
            <p:cNvSpPr/>
            <p:nvPr/>
          </p:nvSpPr>
          <p:spPr>
            <a:xfrm>
              <a:off x="4202651" y="3759629"/>
              <a:ext cx="2192767" cy="30702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ADDER_DECODE</a:t>
              </a:r>
              <a:endParaRPr lang="zh-CN" altLang="en-US" sz="16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C7DE704-2323-AF87-3579-80C5C1817C33}"/>
                </a:ext>
              </a:extLst>
            </p:cNvPr>
            <p:cNvSpPr/>
            <p:nvPr/>
          </p:nvSpPr>
          <p:spPr>
            <a:xfrm>
              <a:off x="4201913" y="2751348"/>
              <a:ext cx="2192767" cy="3222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UART_INTERFACE</a:t>
              </a:r>
              <a:endParaRPr lang="zh-CN" altLang="en-US" sz="1600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4314B24-21E3-E609-D718-011D813696E1}"/>
                </a:ext>
              </a:extLst>
            </p:cNvPr>
            <p:cNvSpPr/>
            <p:nvPr/>
          </p:nvSpPr>
          <p:spPr>
            <a:xfrm>
              <a:off x="4202652" y="3089281"/>
              <a:ext cx="2192767" cy="3222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MSG_GET/SET</a:t>
              </a:r>
              <a:endParaRPr lang="zh-CN" altLang="en-US" sz="1600" dirty="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9979E640-AA6D-6C6F-9362-59CBBE30D4A4}"/>
                </a:ext>
              </a:extLst>
            </p:cNvPr>
            <p:cNvSpPr/>
            <p:nvPr/>
          </p:nvSpPr>
          <p:spPr>
            <a:xfrm>
              <a:off x="4202652" y="3424455"/>
              <a:ext cx="2192767" cy="3222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OPB_EMU_TARGET</a:t>
              </a:r>
              <a:endParaRPr lang="zh-CN" altLang="en-US" sz="1600" dirty="0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D329ED53-BB3E-3363-1787-3FEE5BF4A9C8}"/>
              </a:ext>
            </a:extLst>
          </p:cNvPr>
          <p:cNvSpPr/>
          <p:nvPr/>
        </p:nvSpPr>
        <p:spPr>
          <a:xfrm>
            <a:off x="1358780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SCRATCH_PAD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7F5D8EC-3BA0-9D43-E511-A959DD701581}"/>
              </a:ext>
            </a:extLst>
          </p:cNvPr>
          <p:cNvSpPr/>
          <p:nvPr/>
        </p:nvSpPr>
        <p:spPr>
          <a:xfrm>
            <a:off x="9350357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A615D874-DF78-1498-E300-CEBC2836B66B}"/>
              </a:ext>
            </a:extLst>
          </p:cNvPr>
          <p:cNvCxnSpPr>
            <a:stCxn id="34" idx="0"/>
            <a:endCxn id="103" idx="2"/>
          </p:cNvCxnSpPr>
          <p:nvPr/>
        </p:nvCxnSpPr>
        <p:spPr>
          <a:xfrm rot="5400000" flipH="1" flipV="1">
            <a:off x="3379746" y="2968790"/>
            <a:ext cx="1154202" cy="3984105"/>
          </a:xfrm>
          <a:prstGeom prst="bentConnector3">
            <a:avLst>
              <a:gd name="adj1" fmla="val 63952"/>
            </a:avLst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120EC321-7F27-AEA1-90FB-DDA9A7C84326}"/>
              </a:ext>
            </a:extLst>
          </p:cNvPr>
          <p:cNvCxnSpPr>
            <a:stCxn id="35" idx="0"/>
            <a:endCxn id="103" idx="2"/>
          </p:cNvCxnSpPr>
          <p:nvPr/>
        </p:nvCxnSpPr>
        <p:spPr>
          <a:xfrm rot="16200000" flipV="1">
            <a:off x="7375535" y="2957106"/>
            <a:ext cx="1154202" cy="4007472"/>
          </a:xfrm>
          <a:prstGeom prst="bentConnector3">
            <a:avLst>
              <a:gd name="adj1" fmla="val 63951"/>
            </a:avLst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9F5EC123-7FD6-AA08-68A3-5B924FD17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68" y="322644"/>
            <a:ext cx="3740990" cy="19205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8629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A907A-3AC6-4099-29BF-3E4AD5E8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06AE0A2E-1029-BBD0-F64A-B018587A169A}"/>
              </a:ext>
            </a:extLst>
          </p:cNvPr>
          <p:cNvSpPr/>
          <p:nvPr/>
        </p:nvSpPr>
        <p:spPr>
          <a:xfrm>
            <a:off x="1104180" y="2508698"/>
            <a:ext cx="9729039" cy="37770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FD505F-4A7D-1E6C-AD1C-4E0C7F9B338A}"/>
              </a:ext>
            </a:extLst>
          </p:cNvPr>
          <p:cNvSpPr/>
          <p:nvPr/>
        </p:nvSpPr>
        <p:spPr>
          <a:xfrm>
            <a:off x="4852515" y="1237141"/>
            <a:ext cx="2192767" cy="4108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PC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104AE6-0D36-62CD-F358-5A59A562BE9B}"/>
              </a:ext>
            </a:extLst>
          </p:cNvPr>
          <p:cNvSpPr/>
          <p:nvPr/>
        </p:nvSpPr>
        <p:spPr>
          <a:xfrm>
            <a:off x="4852515" y="1998384"/>
            <a:ext cx="2192767" cy="3324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USB-Adapter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FC3BC0D-5D4A-6E92-25AF-21F349E15EC3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948899" y="1648012"/>
            <a:ext cx="0" cy="35037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491FFE4-5EF6-1658-93A4-15A11C3A002B}"/>
              </a:ext>
            </a:extLst>
          </p:cNvPr>
          <p:cNvCxnSpPr>
            <a:cxnSpLocks/>
            <a:stCxn id="4" idx="2"/>
            <a:endCxn id="103" idx="0"/>
          </p:cNvCxnSpPr>
          <p:nvPr/>
        </p:nvCxnSpPr>
        <p:spPr>
          <a:xfrm>
            <a:off x="5948899" y="2330806"/>
            <a:ext cx="1" cy="35860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CD8EB3C-8CB2-03EF-9E97-1D4ABB694CFC}"/>
              </a:ext>
            </a:extLst>
          </p:cNvPr>
          <p:cNvSpPr txBox="1"/>
          <p:nvPr/>
        </p:nvSpPr>
        <p:spPr>
          <a:xfrm>
            <a:off x="5947091" y="1669829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USB Cable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28D12E-8D29-79F6-7F99-3D07D127F82F}"/>
              </a:ext>
            </a:extLst>
          </p:cNvPr>
          <p:cNvSpPr txBox="1"/>
          <p:nvPr/>
        </p:nvSpPr>
        <p:spPr>
          <a:xfrm>
            <a:off x="5993502" y="2354810"/>
            <a:ext cx="615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UART</a:t>
            </a:r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4C2C87-BA17-7BE0-C71A-CBDBA394D694}"/>
              </a:ext>
            </a:extLst>
          </p:cNvPr>
          <p:cNvSpPr/>
          <p:nvPr/>
        </p:nvSpPr>
        <p:spPr>
          <a:xfrm>
            <a:off x="4020220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GPIO_IF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D5F555-A730-37AC-85D1-3EB1BC94BB74}"/>
              </a:ext>
            </a:extLst>
          </p:cNvPr>
          <p:cNvSpPr/>
          <p:nvPr/>
        </p:nvSpPr>
        <p:spPr>
          <a:xfrm>
            <a:off x="5342883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ADC_IF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A0D3BD-B223-CA73-3182-568C3AA651E5}"/>
              </a:ext>
            </a:extLst>
          </p:cNvPr>
          <p:cNvSpPr/>
          <p:nvPr/>
        </p:nvSpPr>
        <p:spPr>
          <a:xfrm>
            <a:off x="6677049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DAC_IF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5AE875-330D-3AA8-65B7-C98718DC55B7}"/>
              </a:ext>
            </a:extLst>
          </p:cNvPr>
          <p:cNvSpPr/>
          <p:nvPr/>
        </p:nvSpPr>
        <p:spPr>
          <a:xfrm>
            <a:off x="2687899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CLOCK</a:t>
            </a:r>
            <a:br>
              <a:rPr lang="en-US" altLang="zh-CN" dirty="0"/>
            </a:br>
            <a:r>
              <a:rPr lang="en-US" altLang="zh-CN" dirty="0"/>
              <a:t>GEN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DCE6B2-9178-8CB9-3A24-55E686891827}"/>
              </a:ext>
            </a:extLst>
          </p:cNvPr>
          <p:cNvSpPr/>
          <p:nvPr/>
        </p:nvSpPr>
        <p:spPr>
          <a:xfrm>
            <a:off x="8011215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RS422</a:t>
            </a:r>
            <a:br>
              <a:rPr lang="en-US" altLang="zh-CN" dirty="0"/>
            </a:br>
            <a:r>
              <a:rPr lang="en-US" altLang="zh-CN" dirty="0"/>
              <a:t>TEST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D5CDCBF-B106-A752-E953-E09B5AD6422A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5948898" y="4066652"/>
            <a:ext cx="0" cy="147129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B157BE6-0B90-7931-18A3-D1CB92CF1DDA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4551922" y="4140966"/>
            <a:ext cx="1471291" cy="132266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8BC328AC-F0BE-7505-1188-33871B82E4E8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5400000">
            <a:off x="3885761" y="3474805"/>
            <a:ext cx="1471291" cy="265498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EB7E93F0-EC24-433C-E7E9-6E7ED24D3A42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5880336" y="4135214"/>
            <a:ext cx="1471291" cy="133416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B91B6F3-5D12-D981-EC71-087C708A0A0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16200000" flipH="1">
            <a:off x="6547419" y="3468131"/>
            <a:ext cx="1471291" cy="266833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65C3C62-57FC-E049-D168-7ADC41E3FA1D}"/>
              </a:ext>
            </a:extLst>
          </p:cNvPr>
          <p:cNvSpPr txBox="1"/>
          <p:nvPr/>
        </p:nvSpPr>
        <p:spPr>
          <a:xfrm>
            <a:off x="5947835" y="4508011"/>
            <a:ext cx="982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OPB BUS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57D0829-57D0-D9C0-1300-8AD94455FD84}"/>
              </a:ext>
            </a:extLst>
          </p:cNvPr>
          <p:cNvSpPr txBox="1"/>
          <p:nvPr/>
        </p:nvSpPr>
        <p:spPr>
          <a:xfrm>
            <a:off x="8607336" y="2689412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APP-FPGA</a:t>
            </a:r>
            <a:endParaRPr lang="zh-CN" altLang="en-US" b="1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7F2C248-6D76-0611-A628-C54C906D3DD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6609376" y="1977606"/>
            <a:ext cx="2308354" cy="5310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7F19371-1409-5B81-9F64-4EBB2BE4305C}"/>
              </a:ext>
            </a:extLst>
          </p:cNvPr>
          <p:cNvSpPr txBox="1"/>
          <p:nvPr/>
        </p:nvSpPr>
        <p:spPr>
          <a:xfrm>
            <a:off x="62042" y="28198"/>
            <a:ext cx="5221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APP FPGA Design Diagram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B732FF-2F19-9F92-D185-0191D60E28F1}"/>
              </a:ext>
            </a:extLst>
          </p:cNvPr>
          <p:cNvSpPr/>
          <p:nvPr/>
        </p:nvSpPr>
        <p:spPr>
          <a:xfrm>
            <a:off x="4327184" y="2689412"/>
            <a:ext cx="3243431" cy="1694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algn="ctr"/>
            <a:r>
              <a:rPr lang="en-US" altLang="zh-CN" b="1" dirty="0"/>
              <a:t>CMD_SERVER</a:t>
            </a:r>
            <a:endParaRPr lang="zh-CN" altLang="en-US" b="1" dirty="0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EAF73FDB-52DE-3318-BE62-842DCEB0FCA3}"/>
              </a:ext>
            </a:extLst>
          </p:cNvPr>
          <p:cNvGrpSpPr/>
          <p:nvPr/>
        </p:nvGrpSpPr>
        <p:grpSpPr>
          <a:xfrm>
            <a:off x="4851776" y="2751348"/>
            <a:ext cx="2193506" cy="1315304"/>
            <a:chOff x="4201913" y="2751348"/>
            <a:chExt cx="2193506" cy="131530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0ED13DD-3392-64FB-C4FA-CB603F92F6F1}"/>
                </a:ext>
              </a:extLst>
            </p:cNvPr>
            <p:cNvSpPr/>
            <p:nvPr/>
          </p:nvSpPr>
          <p:spPr>
            <a:xfrm>
              <a:off x="4202651" y="3759629"/>
              <a:ext cx="2192767" cy="30702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ADDER_DECODE</a:t>
              </a:r>
              <a:endParaRPr lang="zh-CN" altLang="en-US" sz="16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DD8B72C-75AA-3166-811D-465DF10F8FF9}"/>
                </a:ext>
              </a:extLst>
            </p:cNvPr>
            <p:cNvSpPr/>
            <p:nvPr/>
          </p:nvSpPr>
          <p:spPr>
            <a:xfrm>
              <a:off x="4201913" y="2751348"/>
              <a:ext cx="2192767" cy="3222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UART_INTERFACE</a:t>
              </a:r>
              <a:endParaRPr lang="zh-CN" altLang="en-US" sz="1600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D8418E8-767E-7EDD-7AF9-1C8860966B98}"/>
                </a:ext>
              </a:extLst>
            </p:cNvPr>
            <p:cNvSpPr/>
            <p:nvPr/>
          </p:nvSpPr>
          <p:spPr>
            <a:xfrm>
              <a:off x="4202652" y="3089281"/>
              <a:ext cx="2192767" cy="3222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MSG_GET/SET</a:t>
              </a:r>
              <a:endParaRPr lang="zh-CN" altLang="en-US" sz="1600" dirty="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3C56B71F-0021-78C6-9571-C3F45120EE3E}"/>
                </a:ext>
              </a:extLst>
            </p:cNvPr>
            <p:cNvSpPr/>
            <p:nvPr/>
          </p:nvSpPr>
          <p:spPr>
            <a:xfrm>
              <a:off x="4202652" y="3424455"/>
              <a:ext cx="2192767" cy="32229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OPB_EMU_TARGET</a:t>
              </a:r>
              <a:endParaRPr lang="zh-CN" altLang="en-US" sz="1600" dirty="0"/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51FE84F5-7E29-4BBA-120A-B7075D2DC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730" y="476187"/>
            <a:ext cx="3009368" cy="1843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DDF31465-C03B-4C61-EF0A-7D80A2E98556}"/>
              </a:ext>
            </a:extLst>
          </p:cNvPr>
          <p:cNvSpPr/>
          <p:nvPr/>
        </p:nvSpPr>
        <p:spPr>
          <a:xfrm>
            <a:off x="1358780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SCRATCH_PAD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FC4ED4-2CD7-C8DD-A4D7-F881200F630F}"/>
              </a:ext>
            </a:extLst>
          </p:cNvPr>
          <p:cNvSpPr/>
          <p:nvPr/>
        </p:nvSpPr>
        <p:spPr>
          <a:xfrm>
            <a:off x="9350357" y="5537943"/>
            <a:ext cx="1212030" cy="618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CAN_IF</a:t>
            </a:r>
            <a:endParaRPr lang="zh-CN" altLang="en-US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E4FE6BCE-5160-C908-8EDA-64DC9148510E}"/>
              </a:ext>
            </a:extLst>
          </p:cNvPr>
          <p:cNvCxnSpPr>
            <a:stCxn id="34" idx="0"/>
            <a:endCxn id="103" idx="2"/>
          </p:cNvCxnSpPr>
          <p:nvPr/>
        </p:nvCxnSpPr>
        <p:spPr>
          <a:xfrm rot="5400000" flipH="1" flipV="1">
            <a:off x="3379746" y="2968790"/>
            <a:ext cx="1154202" cy="3984105"/>
          </a:xfrm>
          <a:prstGeom prst="bentConnector3">
            <a:avLst>
              <a:gd name="adj1" fmla="val 63952"/>
            </a:avLst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CD91FED2-C109-38EB-E67F-4A7F04234B2C}"/>
              </a:ext>
            </a:extLst>
          </p:cNvPr>
          <p:cNvCxnSpPr>
            <a:stCxn id="35" idx="0"/>
            <a:endCxn id="103" idx="2"/>
          </p:cNvCxnSpPr>
          <p:nvPr/>
        </p:nvCxnSpPr>
        <p:spPr>
          <a:xfrm rot="16200000" flipV="1">
            <a:off x="7375535" y="2957106"/>
            <a:ext cx="1154202" cy="4007472"/>
          </a:xfrm>
          <a:prstGeom prst="bentConnector3">
            <a:avLst>
              <a:gd name="adj1" fmla="val 63951"/>
            </a:avLst>
          </a:prstGeom>
          <a:ln w="127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46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DD31048B-5582-225C-1E52-0493CC9E23FE}"/>
              </a:ext>
            </a:extLst>
          </p:cNvPr>
          <p:cNvGrpSpPr/>
          <p:nvPr/>
        </p:nvGrpSpPr>
        <p:grpSpPr>
          <a:xfrm>
            <a:off x="3506542" y="150028"/>
            <a:ext cx="8256634" cy="5593334"/>
            <a:chOff x="2282856" y="268941"/>
            <a:chExt cx="9174038" cy="621481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5EAA4CF-1AB3-C1E9-EE92-617BABA37E70}"/>
                </a:ext>
              </a:extLst>
            </p:cNvPr>
            <p:cNvSpPr/>
            <p:nvPr/>
          </p:nvSpPr>
          <p:spPr>
            <a:xfrm>
              <a:off x="2333067" y="268941"/>
              <a:ext cx="7133864" cy="195654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16A3149-50A2-3C5B-E4E1-1477A057A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2856" y="2225488"/>
              <a:ext cx="7281926" cy="4258269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D7C9B4B-1854-98F9-14DE-411BD9C13496}"/>
                </a:ext>
              </a:extLst>
            </p:cNvPr>
            <p:cNvSpPr/>
            <p:nvPr/>
          </p:nvSpPr>
          <p:spPr>
            <a:xfrm>
              <a:off x="2700171" y="1456951"/>
              <a:ext cx="1167204" cy="6562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coreCAN </a:t>
              </a:r>
              <a:endParaRPr lang="zh-CN" altLang="en-US" sz="1600" b="1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04865C7-B853-5CC4-555F-C585FA469659}"/>
                </a:ext>
              </a:extLst>
            </p:cNvPr>
            <p:cNvSpPr/>
            <p:nvPr/>
          </p:nvSpPr>
          <p:spPr>
            <a:xfrm>
              <a:off x="4401672" y="1456951"/>
              <a:ext cx="1167204" cy="6562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coreCAN</a:t>
              </a:r>
              <a:endParaRPr lang="zh-CN" altLang="en-US" sz="1600" b="1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D7CFAAE-2368-9AB1-93D9-0FCF1A5AB2E9}"/>
                </a:ext>
              </a:extLst>
            </p:cNvPr>
            <p:cNvSpPr/>
            <p:nvPr/>
          </p:nvSpPr>
          <p:spPr>
            <a:xfrm>
              <a:off x="6208957" y="1456951"/>
              <a:ext cx="1167204" cy="6562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coreCAN</a:t>
              </a:r>
              <a:endParaRPr lang="zh-CN" altLang="en-US" sz="1600" b="1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5FF1126-58BE-56B6-7726-BEA8D240E759}"/>
                </a:ext>
              </a:extLst>
            </p:cNvPr>
            <p:cNvSpPr/>
            <p:nvPr/>
          </p:nvSpPr>
          <p:spPr>
            <a:xfrm>
              <a:off x="7833361" y="1456951"/>
              <a:ext cx="1167204" cy="6562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coreCAN</a:t>
              </a:r>
              <a:endParaRPr lang="zh-CN" altLang="en-US" sz="1600" b="1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36DF6FE-6B8E-E753-F0C7-6C35253CB40D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3283773" y="2113167"/>
              <a:ext cx="0" cy="12396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5050CD3-8269-1E48-372B-6F1106288A99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985274" y="2113167"/>
              <a:ext cx="0" cy="12396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037F9E8-93D8-D5CD-D51B-1C54A762E6C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6792559" y="2113167"/>
              <a:ext cx="0" cy="12396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873DDFB-9D20-9CE5-896D-E17E4D3E8F12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8416963" y="2113167"/>
              <a:ext cx="0" cy="123963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E83D83F-A30E-0ED9-3A9C-3FDE6B41F1B9}"/>
                </a:ext>
              </a:extLst>
            </p:cNvPr>
            <p:cNvSpPr/>
            <p:nvPr/>
          </p:nvSpPr>
          <p:spPr>
            <a:xfrm>
              <a:off x="2700171" y="540588"/>
              <a:ext cx="6300394" cy="52908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CMD_SERVER</a:t>
              </a:r>
              <a:endParaRPr lang="zh-CN" altLang="en-US" b="1" dirty="0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E3EF561-37D5-5470-49C2-47BEAB36EFCC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3283773" y="1069675"/>
              <a:ext cx="0" cy="387276"/>
            </a:xfrm>
            <a:prstGeom prst="lin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82EB9C2-2305-4E42-D835-B67BB854B7A8}"/>
                </a:ext>
              </a:extLst>
            </p:cNvPr>
            <p:cNvCxnSpPr>
              <a:stCxn id="5" idx="0"/>
            </p:cNvCxnSpPr>
            <p:nvPr/>
          </p:nvCxnSpPr>
          <p:spPr>
            <a:xfrm flipV="1">
              <a:off x="4985274" y="1069675"/>
              <a:ext cx="0" cy="387276"/>
            </a:xfrm>
            <a:prstGeom prst="lin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F08B33A-B5A3-122B-34E1-DC2A3EF40AE6}"/>
                </a:ext>
              </a:extLst>
            </p:cNvPr>
            <p:cNvCxnSpPr>
              <a:stCxn id="6" idx="0"/>
            </p:cNvCxnSpPr>
            <p:nvPr/>
          </p:nvCxnSpPr>
          <p:spPr>
            <a:xfrm flipV="1">
              <a:off x="6792559" y="1069675"/>
              <a:ext cx="0" cy="387276"/>
            </a:xfrm>
            <a:prstGeom prst="lin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D7F3F5F-7E22-D784-AE91-3967972312DB}"/>
                </a:ext>
              </a:extLst>
            </p:cNvPr>
            <p:cNvCxnSpPr>
              <a:stCxn id="7" idx="0"/>
            </p:cNvCxnSpPr>
            <p:nvPr/>
          </p:nvCxnSpPr>
          <p:spPr>
            <a:xfrm flipV="1">
              <a:off x="8416963" y="1069675"/>
              <a:ext cx="0" cy="387276"/>
            </a:xfrm>
            <a:prstGeom prst="lin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446C3B3-6313-15A0-1A72-90624FFC3A4F}"/>
                </a:ext>
              </a:extLst>
            </p:cNvPr>
            <p:cNvSpPr/>
            <p:nvPr/>
          </p:nvSpPr>
          <p:spPr>
            <a:xfrm>
              <a:off x="9925498" y="540588"/>
              <a:ext cx="1375185" cy="52908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USB</a:t>
              </a:r>
            </a:p>
            <a:p>
              <a:pPr algn="ctr"/>
              <a:r>
                <a:rPr lang="en-US" altLang="zh-CN" sz="1600" dirty="0"/>
                <a:t>Adapter</a:t>
              </a:r>
              <a:endParaRPr lang="zh-CN" altLang="en-US" sz="16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F357A69-B461-ACAB-2129-5B5861098495}"/>
                </a:ext>
              </a:extLst>
            </p:cNvPr>
            <p:cNvCxnSpPr>
              <a:cxnSpLocks/>
              <a:stCxn id="20" idx="3"/>
              <a:endCxn id="30" idx="1"/>
            </p:cNvCxnSpPr>
            <p:nvPr/>
          </p:nvCxnSpPr>
          <p:spPr>
            <a:xfrm>
              <a:off x="9000565" y="805132"/>
              <a:ext cx="92493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FA05DAB-D57D-00CD-6BED-BCD173C56B07}"/>
                </a:ext>
              </a:extLst>
            </p:cNvPr>
            <p:cNvSpPr/>
            <p:nvPr/>
          </p:nvSpPr>
          <p:spPr>
            <a:xfrm>
              <a:off x="9769287" y="1714767"/>
              <a:ext cx="1687607" cy="262190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dirty="0" err="1"/>
                <a:t>JabilTest</a:t>
              </a:r>
              <a:r>
                <a:rPr lang="en-US" altLang="zh-CN" dirty="0"/>
                <a:t> SW</a:t>
              </a:r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8D6912C-692B-D7E9-7144-1F531DEEE332}"/>
                </a:ext>
              </a:extLst>
            </p:cNvPr>
            <p:cNvSpPr/>
            <p:nvPr/>
          </p:nvSpPr>
          <p:spPr>
            <a:xfrm>
              <a:off x="9999162" y="2222197"/>
              <a:ext cx="1239446" cy="436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canInst1</a:t>
              </a:r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B44ACEF-3AC2-3205-D61F-A3326BB7ABAE}"/>
                </a:ext>
              </a:extLst>
            </p:cNvPr>
            <p:cNvSpPr/>
            <p:nvPr/>
          </p:nvSpPr>
          <p:spPr>
            <a:xfrm>
              <a:off x="9999162" y="2690287"/>
              <a:ext cx="1239446" cy="436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canInst2</a:t>
              </a:r>
              <a:endParaRPr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1713B19-74CD-A234-7F3F-7ADE45A43818}"/>
                </a:ext>
              </a:extLst>
            </p:cNvPr>
            <p:cNvSpPr/>
            <p:nvPr/>
          </p:nvSpPr>
          <p:spPr>
            <a:xfrm>
              <a:off x="9999162" y="3166572"/>
              <a:ext cx="1239446" cy="436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canInst3</a:t>
              </a: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C4AB4D5-0A11-661C-3D83-90A283BE2FE0}"/>
                </a:ext>
              </a:extLst>
            </p:cNvPr>
            <p:cNvSpPr/>
            <p:nvPr/>
          </p:nvSpPr>
          <p:spPr>
            <a:xfrm>
              <a:off x="9988209" y="3642857"/>
              <a:ext cx="1239446" cy="4369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canInst4</a:t>
              </a:r>
              <a:endParaRPr lang="zh-CN" altLang="en-US" dirty="0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D1978F2-AE37-F5EC-DF60-C88B73664FB9}"/>
                </a:ext>
              </a:extLst>
            </p:cNvPr>
            <p:cNvCxnSpPr>
              <a:cxnSpLocks/>
              <a:stCxn id="30" idx="2"/>
              <a:endCxn id="37" idx="0"/>
            </p:cNvCxnSpPr>
            <p:nvPr/>
          </p:nvCxnSpPr>
          <p:spPr>
            <a:xfrm>
              <a:off x="10613091" y="1069675"/>
              <a:ext cx="0" cy="64509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6307DE0E-A42F-0B26-6959-BAA0ED83A487}"/>
              </a:ext>
            </a:extLst>
          </p:cNvPr>
          <p:cNvSpPr txBox="1"/>
          <p:nvPr/>
        </p:nvSpPr>
        <p:spPr>
          <a:xfrm>
            <a:off x="62041" y="28198"/>
            <a:ext cx="29644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CAN_IF Module</a:t>
            </a:r>
          </a:p>
          <a:p>
            <a:pPr marL="285750" indent="-285750">
              <a:buFontTx/>
              <a:buChar char="-"/>
            </a:pPr>
            <a:r>
              <a:rPr lang="en-US" altLang="zh-CN" b="1" dirty="0"/>
              <a:t>IP: </a:t>
            </a:r>
            <a:r>
              <a:rPr lang="en-US" altLang="zh-CN" b="1" dirty="0">
                <a:hlinkClick r:id="rId3"/>
              </a:rPr>
              <a:t>coreCAN</a:t>
            </a:r>
            <a:endParaRPr lang="en-US" altLang="zh-CN" b="1" dirty="0"/>
          </a:p>
          <a:p>
            <a:pPr marL="285750" indent="-285750">
              <a:buFontTx/>
              <a:buChar char="-"/>
            </a:pPr>
            <a:r>
              <a:rPr lang="en-US" altLang="zh-CN" b="1" dirty="0"/>
              <a:t>Evaluation License</a:t>
            </a:r>
          </a:p>
          <a:p>
            <a:pPr marL="285750" indent="-285750">
              <a:buFontTx/>
              <a:buChar char="-"/>
            </a:pPr>
            <a:r>
              <a:rPr lang="en-US" altLang="zh-CN" b="1" dirty="0"/>
              <a:t>Silver Libero</a:t>
            </a:r>
          </a:p>
          <a:p>
            <a:pPr marL="285750" indent="-285750">
              <a:buFontTx/>
              <a:buChar char="-"/>
            </a:pPr>
            <a:r>
              <a:rPr lang="en-US" altLang="zh-CN" b="1" dirty="0"/>
              <a:t>4 hours limitation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4BD4A68D-1E0A-8E91-E3D2-7FF69AA93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57" y="3253232"/>
            <a:ext cx="2510270" cy="2122084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7D0D9479-A2A6-E8D8-65D2-79728A330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57" y="5703043"/>
            <a:ext cx="9982273" cy="11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0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D4083B-F63C-EB6B-E78E-368698D6B3AC}"/>
              </a:ext>
            </a:extLst>
          </p:cNvPr>
          <p:cNvSpPr txBox="1"/>
          <p:nvPr/>
        </p:nvSpPr>
        <p:spPr>
          <a:xfrm>
            <a:off x="49342" y="85348"/>
            <a:ext cx="47131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FPGA Design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FPGA Register Map</a:t>
            </a:r>
          </a:p>
          <a:p>
            <a:pPr marL="342900" indent="-342900">
              <a:buAutoNum type="arabicPeriod"/>
            </a:pPr>
            <a:r>
              <a:rPr lang="en-US" altLang="zh-CN" dirty="0"/>
              <a:t>Write Register</a:t>
            </a:r>
          </a:p>
          <a:p>
            <a:pPr lvl="1"/>
            <a:r>
              <a:rPr lang="en-US" altLang="zh-CN" dirty="0"/>
              <a:t>- OPB Write</a:t>
            </a:r>
          </a:p>
          <a:p>
            <a:pPr marL="342900" indent="-342900">
              <a:buAutoNum type="arabicPeriod"/>
            </a:pPr>
            <a:r>
              <a:rPr lang="en-US" altLang="zh-CN" dirty="0"/>
              <a:t>Read Register</a:t>
            </a:r>
          </a:p>
          <a:p>
            <a:pPr lvl="1"/>
            <a:r>
              <a:rPr lang="en-US" altLang="zh-CN" dirty="0"/>
              <a:t>- OPB Read</a:t>
            </a:r>
          </a:p>
          <a:p>
            <a:endParaRPr lang="en-US" altLang="zh-CN" dirty="0"/>
          </a:p>
          <a:p>
            <a:r>
              <a:rPr lang="en-US" altLang="zh-CN" b="1" dirty="0"/>
              <a:t>Communication Protocol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OPB Write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Send OPB-Write Message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Receive OPB-Write Message</a:t>
            </a:r>
          </a:p>
          <a:p>
            <a:pPr marL="342900" indent="-342900">
              <a:buAutoNum type="arabicPeriod"/>
            </a:pPr>
            <a:r>
              <a:rPr lang="en-US" altLang="zh-CN" dirty="0"/>
              <a:t>OPB Read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Send OPB-Read Message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dirty="0"/>
              <a:t>Receive OPB-Read Message</a:t>
            </a:r>
          </a:p>
          <a:p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7A6209D-AC5C-A65C-21F2-7F9BFBB6AA29}"/>
              </a:ext>
            </a:extLst>
          </p:cNvPr>
          <p:cNvGraphicFramePr>
            <a:graphicFrameLocks noGrp="1"/>
          </p:cNvGraphicFramePr>
          <p:nvPr/>
        </p:nvGraphicFramePr>
        <p:xfrm>
          <a:off x="247629" y="5512422"/>
          <a:ext cx="866778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037">
                  <a:extLst>
                    <a:ext uri="{9D8B030D-6E8A-4147-A177-3AD203B41FA5}">
                      <a16:colId xmlns:a16="http://schemas.microsoft.com/office/drawing/2014/main" val="798202884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1205147204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1358260558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3779472811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1000135439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2014424183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2691193059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154147748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2550300017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577558344"/>
                    </a:ext>
                  </a:extLst>
                </a:gridCol>
                <a:gridCol w="738875">
                  <a:extLst>
                    <a:ext uri="{9D8B030D-6E8A-4147-A177-3AD203B41FA5}">
                      <a16:colId xmlns:a16="http://schemas.microsoft.com/office/drawing/2014/main" val="39594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Bytes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OPB-Write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5A</a:t>
                      </a:r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CN" dirty="0"/>
                        <a:t>OPB_ADDR[31:0]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CN" dirty="0"/>
                        <a:t>OPB_DO[31:0]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23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OPB-Read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5B</a:t>
                      </a:r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OPB_ADDR[31:0]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OPB_DI[31:0]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36042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01EBDE3-42E9-4E0A-E009-A6D4B1AE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923" y="233058"/>
            <a:ext cx="6892735" cy="509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2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88802B20-A56D-3451-AF65-3E4A2F88C2C0}"/>
              </a:ext>
            </a:extLst>
          </p:cNvPr>
          <p:cNvGrpSpPr/>
          <p:nvPr/>
        </p:nvGrpSpPr>
        <p:grpSpPr>
          <a:xfrm>
            <a:off x="586815" y="586599"/>
            <a:ext cx="10963670" cy="5752720"/>
            <a:chOff x="586815" y="586599"/>
            <a:chExt cx="10963670" cy="5752720"/>
          </a:xfrm>
        </p:grpSpPr>
        <p:sp>
          <p:nvSpPr>
            <p:cNvPr id="2" name="流程图: 过程 1">
              <a:extLst>
                <a:ext uri="{FF2B5EF4-FFF2-40B4-BE49-F238E27FC236}">
                  <a16:creationId xmlns:a16="http://schemas.microsoft.com/office/drawing/2014/main" id="{56FD0539-1DED-E9EC-7C93-5C2CFCD5B93C}"/>
                </a:ext>
              </a:extLst>
            </p:cNvPr>
            <p:cNvSpPr/>
            <p:nvPr/>
          </p:nvSpPr>
          <p:spPr>
            <a:xfrm>
              <a:off x="2102661" y="3150575"/>
              <a:ext cx="2425851" cy="1054248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CORECAN</a:t>
              </a:r>
              <a:r>
                <a:rPr lang="zh-CN" altLang="en-US" sz="1400" dirty="0"/>
                <a:t>寄存器初始化配置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包括：</a:t>
              </a:r>
              <a:r>
                <a:rPr lang="en-US" altLang="zh-CN" sz="1400" dirty="0"/>
                <a:t>INT ENA, CMD, CONFIG, TX_MSG ID, TX_MSG WORD, AMR, ACR…</a:t>
              </a:r>
              <a:endParaRPr lang="zh-CN" altLang="en-US" sz="1400" dirty="0"/>
            </a:p>
          </p:txBody>
        </p:sp>
        <p:sp>
          <p:nvSpPr>
            <p:cNvPr id="3" name="流程图: 可选过程 2">
              <a:extLst>
                <a:ext uri="{FF2B5EF4-FFF2-40B4-BE49-F238E27FC236}">
                  <a16:creationId xmlns:a16="http://schemas.microsoft.com/office/drawing/2014/main" id="{0783D700-1587-863F-E4C8-E9B368D758D2}"/>
                </a:ext>
              </a:extLst>
            </p:cNvPr>
            <p:cNvSpPr/>
            <p:nvPr/>
          </p:nvSpPr>
          <p:spPr>
            <a:xfrm>
              <a:off x="2102661" y="848437"/>
              <a:ext cx="2425851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读</a:t>
              </a:r>
              <a:r>
                <a:rPr lang="en-US" altLang="zh-CN" sz="1400" dirty="0"/>
                <a:t>PREADY</a:t>
              </a:r>
              <a:r>
                <a:rPr lang="zh-CN" altLang="en-US" sz="1400" dirty="0"/>
                <a:t>和</a:t>
              </a:r>
              <a:r>
                <a:rPr lang="en-US" altLang="zh-CN" sz="1400" dirty="0"/>
                <a:t>INT_N</a:t>
              </a:r>
              <a:r>
                <a:rPr lang="zh-CN" altLang="en-US" sz="1400" dirty="0"/>
                <a:t>状态</a:t>
              </a:r>
            </a:p>
          </p:txBody>
        </p:sp>
        <p:sp>
          <p:nvSpPr>
            <p:cNvPr id="4" name="流程图: 决策 3">
              <a:extLst>
                <a:ext uri="{FF2B5EF4-FFF2-40B4-BE49-F238E27FC236}">
                  <a16:creationId xmlns:a16="http://schemas.microsoft.com/office/drawing/2014/main" id="{45DECF20-D4FF-E911-7F67-9858F8316860}"/>
                </a:ext>
              </a:extLst>
            </p:cNvPr>
            <p:cNvSpPr/>
            <p:nvPr/>
          </p:nvSpPr>
          <p:spPr>
            <a:xfrm>
              <a:off x="2172586" y="1789732"/>
              <a:ext cx="2286000" cy="925157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PREADY==1 &amp;&amp;</a:t>
              </a:r>
            </a:p>
            <a:p>
              <a:pPr algn="ctr"/>
              <a:r>
                <a:rPr lang="en-US" altLang="zh-CN" sz="1400" dirty="0"/>
                <a:t>INT_N ==1</a:t>
              </a:r>
              <a:endParaRPr lang="zh-CN" altLang="en-US" sz="1400" dirty="0"/>
            </a:p>
          </p:txBody>
        </p:sp>
        <p:sp>
          <p:nvSpPr>
            <p:cNvPr id="6" name="流程图: 可选过程 5">
              <a:extLst>
                <a:ext uri="{FF2B5EF4-FFF2-40B4-BE49-F238E27FC236}">
                  <a16:creationId xmlns:a16="http://schemas.microsoft.com/office/drawing/2014/main" id="{83CADF3B-09A8-B547-668D-4B4501C46D63}"/>
                </a:ext>
              </a:extLst>
            </p:cNvPr>
            <p:cNvSpPr/>
            <p:nvPr/>
          </p:nvSpPr>
          <p:spPr>
            <a:xfrm>
              <a:off x="2102661" y="4640508"/>
              <a:ext cx="2425851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写</a:t>
              </a:r>
              <a:r>
                <a:rPr lang="en-US" altLang="zh-CN" sz="1400" dirty="0"/>
                <a:t>TX_MSG_CTRL</a:t>
              </a:r>
              <a:r>
                <a:rPr lang="zh-CN" altLang="en-US" sz="1400" dirty="0"/>
                <a:t>发送消息</a:t>
              </a:r>
            </a:p>
          </p:txBody>
        </p:sp>
        <p:sp>
          <p:nvSpPr>
            <p:cNvPr id="7" name="流程图: 可选过程 6">
              <a:extLst>
                <a:ext uri="{FF2B5EF4-FFF2-40B4-BE49-F238E27FC236}">
                  <a16:creationId xmlns:a16="http://schemas.microsoft.com/office/drawing/2014/main" id="{42CC5EB9-A8F4-243B-6A9C-89831F4AF5FD}"/>
                </a:ext>
              </a:extLst>
            </p:cNvPr>
            <p:cNvSpPr/>
            <p:nvPr/>
          </p:nvSpPr>
          <p:spPr>
            <a:xfrm>
              <a:off x="6762960" y="789271"/>
              <a:ext cx="2425851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读</a:t>
              </a:r>
              <a:r>
                <a:rPr lang="en-US" altLang="zh-CN" sz="1400" dirty="0"/>
                <a:t>RX_BUF Status</a:t>
              </a:r>
              <a:endParaRPr lang="zh-CN" altLang="en-US" sz="1400" dirty="0"/>
            </a:p>
          </p:txBody>
        </p:sp>
        <p:sp>
          <p:nvSpPr>
            <p:cNvPr id="8" name="流程图: 决策 7">
              <a:extLst>
                <a:ext uri="{FF2B5EF4-FFF2-40B4-BE49-F238E27FC236}">
                  <a16:creationId xmlns:a16="http://schemas.microsoft.com/office/drawing/2014/main" id="{C244B802-4886-CB67-CC37-FEE1C8DB3CC9}"/>
                </a:ext>
              </a:extLst>
            </p:cNvPr>
            <p:cNvSpPr/>
            <p:nvPr/>
          </p:nvSpPr>
          <p:spPr>
            <a:xfrm>
              <a:off x="6832885" y="1703447"/>
              <a:ext cx="2286000" cy="925157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Status != 0</a:t>
              </a:r>
              <a:endParaRPr lang="zh-CN" altLang="en-US" sz="1400" dirty="0"/>
            </a:p>
          </p:txBody>
        </p:sp>
        <p:sp>
          <p:nvSpPr>
            <p:cNvPr id="9" name="流程图: 过程 8">
              <a:extLst>
                <a:ext uri="{FF2B5EF4-FFF2-40B4-BE49-F238E27FC236}">
                  <a16:creationId xmlns:a16="http://schemas.microsoft.com/office/drawing/2014/main" id="{546954CC-F487-9034-4FF6-3F33655EDCD7}"/>
                </a:ext>
              </a:extLst>
            </p:cNvPr>
            <p:cNvSpPr/>
            <p:nvPr/>
          </p:nvSpPr>
          <p:spPr>
            <a:xfrm>
              <a:off x="6762960" y="3037171"/>
              <a:ext cx="2425851" cy="105424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读</a:t>
              </a:r>
              <a:r>
                <a:rPr lang="en-US" altLang="zh-CN" sz="1400" dirty="0"/>
                <a:t>RX_MSG_ID</a:t>
              </a:r>
            </a:p>
            <a:p>
              <a:pPr algn="ctr"/>
              <a:r>
                <a:rPr lang="zh-CN" altLang="en-US" sz="1400" dirty="0"/>
                <a:t>读</a:t>
              </a:r>
              <a:r>
                <a:rPr lang="en-US" altLang="zh-CN" sz="1400" dirty="0"/>
                <a:t>RX_MSG_WORD1</a:t>
              </a:r>
            </a:p>
            <a:p>
              <a:pPr algn="ctr"/>
              <a:r>
                <a:rPr lang="zh-CN" altLang="en-US" sz="1400" dirty="0"/>
                <a:t>读</a:t>
              </a:r>
              <a:r>
                <a:rPr lang="en-US" altLang="zh-CN" sz="1400" dirty="0"/>
                <a:t>RX_MSG_WORD0</a:t>
              </a:r>
            </a:p>
            <a:p>
              <a:pPr algn="ctr"/>
              <a:r>
                <a:rPr lang="zh-CN" altLang="en-US" sz="1400" dirty="0"/>
                <a:t>并和</a:t>
              </a:r>
              <a:r>
                <a:rPr lang="en-US" altLang="zh-CN" sz="1400" dirty="0"/>
                <a:t>TX_MSG</a:t>
              </a:r>
              <a:r>
                <a:rPr lang="zh-CN" altLang="en-US" sz="1400" dirty="0"/>
                <a:t>比较</a:t>
              </a:r>
              <a:endParaRPr lang="en-US" altLang="zh-CN" sz="1400" dirty="0"/>
            </a:p>
          </p:txBody>
        </p:sp>
        <p:sp>
          <p:nvSpPr>
            <p:cNvPr id="11" name="流程图: 决策 10">
              <a:extLst>
                <a:ext uri="{FF2B5EF4-FFF2-40B4-BE49-F238E27FC236}">
                  <a16:creationId xmlns:a16="http://schemas.microsoft.com/office/drawing/2014/main" id="{8D0A2266-EF0D-04D6-0D3B-39D274765CB7}"/>
                </a:ext>
              </a:extLst>
            </p:cNvPr>
            <p:cNvSpPr/>
            <p:nvPr/>
          </p:nvSpPr>
          <p:spPr>
            <a:xfrm>
              <a:off x="6832885" y="4499985"/>
              <a:ext cx="2286000" cy="925157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RX_MSG==TX_MSG</a:t>
              </a:r>
              <a:endParaRPr lang="zh-CN" altLang="en-US" sz="1400" dirty="0"/>
            </a:p>
          </p:txBody>
        </p:sp>
        <p:sp>
          <p:nvSpPr>
            <p:cNvPr id="12" name="流程图: 可选过程 11">
              <a:extLst>
                <a:ext uri="{FF2B5EF4-FFF2-40B4-BE49-F238E27FC236}">
                  <a16:creationId xmlns:a16="http://schemas.microsoft.com/office/drawing/2014/main" id="{6D1831DF-C970-E48B-E7E5-B6B0E216190B}"/>
                </a:ext>
              </a:extLst>
            </p:cNvPr>
            <p:cNvSpPr/>
            <p:nvPr/>
          </p:nvSpPr>
          <p:spPr>
            <a:xfrm>
              <a:off x="7484618" y="5833710"/>
              <a:ext cx="982535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测试通过</a:t>
              </a:r>
            </a:p>
          </p:txBody>
        </p:sp>
        <p:sp>
          <p:nvSpPr>
            <p:cNvPr id="14" name="流程图: 可选过程 13">
              <a:extLst>
                <a:ext uri="{FF2B5EF4-FFF2-40B4-BE49-F238E27FC236}">
                  <a16:creationId xmlns:a16="http://schemas.microsoft.com/office/drawing/2014/main" id="{BB7D6C8C-0105-9B95-7914-667A4AF3F41F}"/>
                </a:ext>
              </a:extLst>
            </p:cNvPr>
            <p:cNvSpPr/>
            <p:nvPr/>
          </p:nvSpPr>
          <p:spPr>
            <a:xfrm>
              <a:off x="4752620" y="1999505"/>
              <a:ext cx="982535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测试失败</a:t>
              </a:r>
            </a:p>
          </p:txBody>
        </p:sp>
        <p:sp>
          <p:nvSpPr>
            <p:cNvPr id="15" name="流程图: 可选过程 14">
              <a:extLst>
                <a:ext uri="{FF2B5EF4-FFF2-40B4-BE49-F238E27FC236}">
                  <a16:creationId xmlns:a16="http://schemas.microsoft.com/office/drawing/2014/main" id="{FBA409A6-BEE9-3D2A-E5B9-DA774CA4567C}"/>
                </a:ext>
              </a:extLst>
            </p:cNvPr>
            <p:cNvSpPr/>
            <p:nvPr/>
          </p:nvSpPr>
          <p:spPr>
            <a:xfrm>
              <a:off x="9477921" y="4709758"/>
              <a:ext cx="982535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测试失败</a:t>
              </a:r>
            </a:p>
          </p:txBody>
        </p:sp>
        <p:sp>
          <p:nvSpPr>
            <p:cNvPr id="16" name="流程图: 可选过程 15">
              <a:extLst>
                <a:ext uri="{FF2B5EF4-FFF2-40B4-BE49-F238E27FC236}">
                  <a16:creationId xmlns:a16="http://schemas.microsoft.com/office/drawing/2014/main" id="{70EB19AE-2573-2F78-FB3A-138C9B65F0DC}"/>
                </a:ext>
              </a:extLst>
            </p:cNvPr>
            <p:cNvSpPr/>
            <p:nvPr/>
          </p:nvSpPr>
          <p:spPr>
            <a:xfrm>
              <a:off x="9477921" y="1913220"/>
              <a:ext cx="982535" cy="505609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测试失败</a:t>
              </a: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3E746B9-B7F0-B48E-6F6E-5713A502CC22}"/>
                </a:ext>
              </a:extLst>
            </p:cNvPr>
            <p:cNvCxnSpPr>
              <a:stCxn id="3" idx="2"/>
              <a:endCxn id="4" idx="0"/>
            </p:cNvCxnSpPr>
            <p:nvPr/>
          </p:nvCxnSpPr>
          <p:spPr>
            <a:xfrm flipH="1">
              <a:off x="3315586" y="1354046"/>
              <a:ext cx="1" cy="435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AEE7DBA9-26FF-18B0-A1EF-4241F45F5AF6}"/>
                </a:ext>
              </a:extLst>
            </p:cNvPr>
            <p:cNvCxnSpPr>
              <a:stCxn id="4" idx="2"/>
              <a:endCxn id="2" idx="0"/>
            </p:cNvCxnSpPr>
            <p:nvPr/>
          </p:nvCxnSpPr>
          <p:spPr>
            <a:xfrm>
              <a:off x="3315586" y="2714889"/>
              <a:ext cx="1" cy="435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E86017F-37A9-D0DA-A39C-76EAE1E4806B}"/>
                </a:ext>
              </a:extLst>
            </p:cNvPr>
            <p:cNvCxnSpPr>
              <a:stCxn id="2" idx="2"/>
              <a:endCxn id="6" idx="0"/>
            </p:cNvCxnSpPr>
            <p:nvPr/>
          </p:nvCxnSpPr>
          <p:spPr>
            <a:xfrm>
              <a:off x="3315587" y="4204823"/>
              <a:ext cx="0" cy="4356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C7CCE7A7-B160-8791-D6A7-62A8F1CA95BA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 flipV="1">
              <a:off x="4528512" y="789271"/>
              <a:ext cx="3447374" cy="4104042"/>
            </a:xfrm>
            <a:prstGeom prst="bentConnector4">
              <a:avLst>
                <a:gd name="adj1" fmla="val 42751"/>
                <a:gd name="adj2" fmla="val 10557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E1D6AC2C-30D4-2839-EEB4-4FDED941C024}"/>
                </a:ext>
              </a:extLst>
            </p:cNvPr>
            <p:cNvCxnSpPr>
              <a:stCxn id="4" idx="3"/>
              <a:endCxn id="14" idx="1"/>
            </p:cNvCxnSpPr>
            <p:nvPr/>
          </p:nvCxnSpPr>
          <p:spPr>
            <a:xfrm flipV="1">
              <a:off x="4458586" y="2252310"/>
              <a:ext cx="29403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61852C4-8D9E-C88F-DBAA-5039F69DD6DE}"/>
                </a:ext>
              </a:extLst>
            </p:cNvPr>
            <p:cNvSpPr txBox="1"/>
            <p:nvPr/>
          </p:nvSpPr>
          <p:spPr>
            <a:xfrm>
              <a:off x="586815" y="1466566"/>
              <a:ext cx="11833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4-Iters:</a:t>
              </a:r>
            </a:p>
            <a:p>
              <a:r>
                <a:rPr lang="en-US" altLang="zh-CN" dirty="0"/>
                <a:t>CAN[1…4]</a:t>
              </a:r>
              <a:endParaRPr lang="zh-CN" altLang="en-US" dirty="0"/>
            </a:p>
          </p:txBody>
        </p:sp>
        <p:sp>
          <p:nvSpPr>
            <p:cNvPr id="38" name="左大括号 37">
              <a:extLst>
                <a:ext uri="{FF2B5EF4-FFF2-40B4-BE49-F238E27FC236}">
                  <a16:creationId xmlns:a16="http://schemas.microsoft.com/office/drawing/2014/main" id="{17DBD6DE-BF8B-A33A-6E79-E335B35FB462}"/>
                </a:ext>
              </a:extLst>
            </p:cNvPr>
            <p:cNvSpPr/>
            <p:nvPr/>
          </p:nvSpPr>
          <p:spPr>
            <a:xfrm>
              <a:off x="1403808" y="870849"/>
              <a:ext cx="572616" cy="184404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左大括号 38">
              <a:extLst>
                <a:ext uri="{FF2B5EF4-FFF2-40B4-BE49-F238E27FC236}">
                  <a16:creationId xmlns:a16="http://schemas.microsoft.com/office/drawing/2014/main" id="{AACCFB20-3CC0-A5F5-CEAA-B4C8A5EB691D}"/>
                </a:ext>
              </a:extLst>
            </p:cNvPr>
            <p:cNvSpPr/>
            <p:nvPr/>
          </p:nvSpPr>
          <p:spPr>
            <a:xfrm>
              <a:off x="1403808" y="3086105"/>
              <a:ext cx="572616" cy="118318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DEC62CB-F693-9F33-BE12-084ED5755AF9}"/>
                </a:ext>
              </a:extLst>
            </p:cNvPr>
            <p:cNvSpPr txBox="1"/>
            <p:nvPr/>
          </p:nvSpPr>
          <p:spPr>
            <a:xfrm>
              <a:off x="755933" y="3335241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4-Iters</a:t>
              </a:r>
            </a:p>
          </p:txBody>
        </p:sp>
        <p:sp>
          <p:nvSpPr>
            <p:cNvPr id="43" name="左大括号 42">
              <a:extLst>
                <a:ext uri="{FF2B5EF4-FFF2-40B4-BE49-F238E27FC236}">
                  <a16:creationId xmlns:a16="http://schemas.microsoft.com/office/drawing/2014/main" id="{C9257AB1-AAD6-607A-9164-74C5C9C728D9}"/>
                </a:ext>
              </a:extLst>
            </p:cNvPr>
            <p:cNvSpPr/>
            <p:nvPr/>
          </p:nvSpPr>
          <p:spPr>
            <a:xfrm>
              <a:off x="1403808" y="4623774"/>
              <a:ext cx="572616" cy="52234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AFBC812-8E16-9E0A-21BA-171B50647569}"/>
                </a:ext>
              </a:extLst>
            </p:cNvPr>
            <p:cNvSpPr txBox="1"/>
            <p:nvPr/>
          </p:nvSpPr>
          <p:spPr>
            <a:xfrm>
              <a:off x="845013" y="4526709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4-Iters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B9733E5B-EA7B-EE47-4640-80A9B045C495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7975885" y="1294880"/>
              <a:ext cx="1" cy="4085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A9208A4-3C9A-2A15-449E-4B2CEF3D387F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7975885" y="2628604"/>
              <a:ext cx="1" cy="4085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83B7D89-2D6B-FD0B-EF89-280BA952710A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flipH="1">
              <a:off x="7975885" y="4091418"/>
              <a:ext cx="1" cy="4085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0A6E8ED0-E63F-8BB3-8187-BEA37483319C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7975885" y="5425142"/>
              <a:ext cx="1" cy="408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35E9F48-8385-65A5-89B8-72B5547A6EE0}"/>
                </a:ext>
              </a:extLst>
            </p:cNvPr>
            <p:cNvCxnSpPr>
              <a:stCxn id="8" idx="3"/>
              <a:endCxn id="16" idx="1"/>
            </p:cNvCxnSpPr>
            <p:nvPr/>
          </p:nvCxnSpPr>
          <p:spPr>
            <a:xfrm flipV="1">
              <a:off x="9118885" y="2166025"/>
              <a:ext cx="3590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E1EBD58A-C64A-90FB-8E10-D7103BFC3541}"/>
                </a:ext>
              </a:extLst>
            </p:cNvPr>
            <p:cNvCxnSpPr>
              <a:stCxn id="11" idx="3"/>
              <a:endCxn id="15" idx="1"/>
            </p:cNvCxnSpPr>
            <p:nvPr/>
          </p:nvCxnSpPr>
          <p:spPr>
            <a:xfrm flipV="1">
              <a:off x="9118885" y="4962563"/>
              <a:ext cx="3590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DEED5D08-8CAB-D372-EA6D-D1819A552DC5}"/>
                </a:ext>
              </a:extLst>
            </p:cNvPr>
            <p:cNvSpPr txBox="1"/>
            <p:nvPr/>
          </p:nvSpPr>
          <p:spPr>
            <a:xfrm>
              <a:off x="3315586" y="2761398"/>
              <a:ext cx="359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Y</a:t>
              </a:r>
              <a:endParaRPr lang="zh-CN" altLang="en-US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B8B8121-EE31-E76F-9061-105D4CA5D3DD}"/>
                </a:ext>
              </a:extLst>
            </p:cNvPr>
            <p:cNvSpPr txBox="1"/>
            <p:nvPr/>
          </p:nvSpPr>
          <p:spPr>
            <a:xfrm>
              <a:off x="8008489" y="2624955"/>
              <a:ext cx="359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Y</a:t>
              </a:r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872026A-D90E-1ECA-E3B3-845EADF5E900}"/>
                </a:ext>
              </a:extLst>
            </p:cNvPr>
            <p:cNvSpPr txBox="1"/>
            <p:nvPr/>
          </p:nvSpPr>
          <p:spPr>
            <a:xfrm>
              <a:off x="7975885" y="5467884"/>
              <a:ext cx="359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Y</a:t>
              </a:r>
              <a:endParaRPr lang="zh-CN" altLang="en-US" dirty="0"/>
            </a:p>
          </p:txBody>
        </p:sp>
        <p:sp>
          <p:nvSpPr>
            <p:cNvPr id="61" name="右大括号 60">
              <a:extLst>
                <a:ext uri="{FF2B5EF4-FFF2-40B4-BE49-F238E27FC236}">
                  <a16:creationId xmlns:a16="http://schemas.microsoft.com/office/drawing/2014/main" id="{84D560B0-0826-FD06-CED4-97AA790B2910}"/>
                </a:ext>
              </a:extLst>
            </p:cNvPr>
            <p:cNvSpPr/>
            <p:nvPr/>
          </p:nvSpPr>
          <p:spPr>
            <a:xfrm>
              <a:off x="10547235" y="586599"/>
              <a:ext cx="316295" cy="5503653"/>
            </a:xfrm>
            <a:prstGeom prst="rightBrace">
              <a:avLst>
                <a:gd name="adj1" fmla="val 8333"/>
                <a:gd name="adj2" fmla="val 5010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358B385-10B2-1BEA-9817-F55AA905BE34}"/>
                </a:ext>
              </a:extLst>
            </p:cNvPr>
            <p:cNvSpPr txBox="1"/>
            <p:nvPr/>
          </p:nvSpPr>
          <p:spPr>
            <a:xfrm>
              <a:off x="10705382" y="2965909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4-Iters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218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404DE787-C362-C59F-538A-455AF12F75B9}"/>
              </a:ext>
            </a:extLst>
          </p:cNvPr>
          <p:cNvGrpSpPr/>
          <p:nvPr/>
        </p:nvGrpSpPr>
        <p:grpSpPr>
          <a:xfrm>
            <a:off x="382943" y="353176"/>
            <a:ext cx="3551208" cy="3118945"/>
            <a:chOff x="382943" y="353176"/>
            <a:chExt cx="3551208" cy="3118945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A96B2EB-40FD-ABD4-7B45-986AC4D677AB}"/>
                </a:ext>
              </a:extLst>
            </p:cNvPr>
            <p:cNvSpPr txBox="1"/>
            <p:nvPr/>
          </p:nvSpPr>
          <p:spPr>
            <a:xfrm>
              <a:off x="382943" y="353176"/>
              <a:ext cx="1207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CAN TX</a:t>
              </a:r>
            </a:p>
          </p:txBody>
        </p:sp>
        <p:sp>
          <p:nvSpPr>
            <p:cNvPr id="4" name="流程图: 过程 3">
              <a:extLst>
                <a:ext uri="{FF2B5EF4-FFF2-40B4-BE49-F238E27FC236}">
                  <a16:creationId xmlns:a16="http://schemas.microsoft.com/office/drawing/2014/main" id="{2F45A042-8408-52C7-F15A-0AF39581AC69}"/>
                </a:ext>
              </a:extLst>
            </p:cNvPr>
            <p:cNvSpPr/>
            <p:nvPr/>
          </p:nvSpPr>
          <p:spPr>
            <a:xfrm>
              <a:off x="428951" y="955587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TX1</a:t>
              </a:r>
              <a:endParaRPr lang="zh-CN" altLang="en-US" dirty="0"/>
            </a:p>
          </p:txBody>
        </p:sp>
        <p:sp>
          <p:nvSpPr>
            <p:cNvPr id="5" name="流程图: 过程 4">
              <a:extLst>
                <a:ext uri="{FF2B5EF4-FFF2-40B4-BE49-F238E27FC236}">
                  <a16:creationId xmlns:a16="http://schemas.microsoft.com/office/drawing/2014/main" id="{42E477C3-0702-857E-6FE0-F45330447F1C}"/>
                </a:ext>
              </a:extLst>
            </p:cNvPr>
            <p:cNvSpPr/>
            <p:nvPr/>
          </p:nvSpPr>
          <p:spPr>
            <a:xfrm>
              <a:off x="428951" y="1642990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TX2</a:t>
              </a:r>
              <a:endParaRPr lang="zh-CN" altLang="en-US" dirty="0"/>
            </a:p>
          </p:txBody>
        </p:sp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BF6BC6C2-65C4-4BFE-6E91-75D56D6125AA}"/>
                </a:ext>
              </a:extLst>
            </p:cNvPr>
            <p:cNvSpPr/>
            <p:nvPr/>
          </p:nvSpPr>
          <p:spPr>
            <a:xfrm>
              <a:off x="428951" y="2330393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TX3</a:t>
              </a:r>
              <a:endParaRPr lang="zh-CN" altLang="en-US" dirty="0"/>
            </a:p>
          </p:txBody>
        </p:sp>
        <p:sp>
          <p:nvSpPr>
            <p:cNvPr id="7" name="流程图: 过程 6">
              <a:extLst>
                <a:ext uri="{FF2B5EF4-FFF2-40B4-BE49-F238E27FC236}">
                  <a16:creationId xmlns:a16="http://schemas.microsoft.com/office/drawing/2014/main" id="{FBAC639A-A659-2591-86CE-114175BBE33A}"/>
                </a:ext>
              </a:extLst>
            </p:cNvPr>
            <p:cNvSpPr/>
            <p:nvPr/>
          </p:nvSpPr>
          <p:spPr>
            <a:xfrm>
              <a:off x="428951" y="3017797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TX4</a:t>
              </a:r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94BD05A-1A04-2905-948A-F1AC007D0A91}"/>
                </a:ext>
              </a:extLst>
            </p:cNvPr>
            <p:cNvSpPr txBox="1"/>
            <p:nvPr/>
          </p:nvSpPr>
          <p:spPr>
            <a:xfrm>
              <a:off x="2726453" y="353176"/>
              <a:ext cx="1207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CAN RX</a:t>
              </a:r>
            </a:p>
          </p:txBody>
        </p:sp>
        <p:sp>
          <p:nvSpPr>
            <p:cNvPr id="9" name="流程图: 过程 8">
              <a:extLst>
                <a:ext uri="{FF2B5EF4-FFF2-40B4-BE49-F238E27FC236}">
                  <a16:creationId xmlns:a16="http://schemas.microsoft.com/office/drawing/2014/main" id="{43A0EB98-725C-EB6F-F03D-7D894DC34FF1}"/>
                </a:ext>
              </a:extLst>
            </p:cNvPr>
            <p:cNvSpPr/>
            <p:nvPr/>
          </p:nvSpPr>
          <p:spPr>
            <a:xfrm>
              <a:off x="2772461" y="955587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RX1</a:t>
              </a:r>
              <a:endParaRPr lang="zh-CN" altLang="en-US" dirty="0"/>
            </a:p>
          </p:txBody>
        </p:sp>
        <p:sp>
          <p:nvSpPr>
            <p:cNvPr id="10" name="流程图: 过程 9">
              <a:extLst>
                <a:ext uri="{FF2B5EF4-FFF2-40B4-BE49-F238E27FC236}">
                  <a16:creationId xmlns:a16="http://schemas.microsoft.com/office/drawing/2014/main" id="{161C3CE5-147C-F545-1719-124F3C1B7DC5}"/>
                </a:ext>
              </a:extLst>
            </p:cNvPr>
            <p:cNvSpPr/>
            <p:nvPr/>
          </p:nvSpPr>
          <p:spPr>
            <a:xfrm>
              <a:off x="2772461" y="1642990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RX2</a:t>
              </a:r>
              <a:endParaRPr lang="zh-CN" altLang="en-US" dirty="0"/>
            </a:p>
          </p:txBody>
        </p:sp>
        <p:sp>
          <p:nvSpPr>
            <p:cNvPr id="11" name="流程图: 过程 10">
              <a:extLst>
                <a:ext uri="{FF2B5EF4-FFF2-40B4-BE49-F238E27FC236}">
                  <a16:creationId xmlns:a16="http://schemas.microsoft.com/office/drawing/2014/main" id="{0BA6C083-D8B3-1CDA-9A9A-F6846AB821AD}"/>
                </a:ext>
              </a:extLst>
            </p:cNvPr>
            <p:cNvSpPr/>
            <p:nvPr/>
          </p:nvSpPr>
          <p:spPr>
            <a:xfrm>
              <a:off x="2772461" y="2330393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RX3</a:t>
              </a:r>
              <a:endParaRPr lang="zh-CN" altLang="en-US" dirty="0"/>
            </a:p>
          </p:txBody>
        </p:sp>
        <p:sp>
          <p:nvSpPr>
            <p:cNvPr id="12" name="流程图: 过程 11">
              <a:extLst>
                <a:ext uri="{FF2B5EF4-FFF2-40B4-BE49-F238E27FC236}">
                  <a16:creationId xmlns:a16="http://schemas.microsoft.com/office/drawing/2014/main" id="{D30F118F-F69D-DA15-D6B4-7082414ACB27}"/>
                </a:ext>
              </a:extLst>
            </p:cNvPr>
            <p:cNvSpPr/>
            <p:nvPr/>
          </p:nvSpPr>
          <p:spPr>
            <a:xfrm>
              <a:off x="2772461" y="3017797"/>
              <a:ext cx="1115683" cy="45432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RX4</a:t>
              </a:r>
              <a:endParaRPr lang="zh-CN" altLang="en-US" dirty="0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323C228A-54A3-3FAF-9401-2BC8D34C0A0D}"/>
                </a:ext>
              </a:extLst>
            </p:cNvPr>
            <p:cNvCxnSpPr>
              <a:stCxn id="4" idx="3"/>
              <a:endCxn id="10" idx="1"/>
            </p:cNvCxnSpPr>
            <p:nvPr/>
          </p:nvCxnSpPr>
          <p:spPr>
            <a:xfrm>
              <a:off x="1544634" y="1182749"/>
              <a:ext cx="1227827" cy="6874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4FFC48FD-969B-FE74-E460-2FBFFA30540B}"/>
                </a:ext>
              </a:extLst>
            </p:cNvPr>
            <p:cNvCxnSpPr>
              <a:stCxn id="5" idx="3"/>
              <a:endCxn id="11" idx="1"/>
            </p:cNvCxnSpPr>
            <p:nvPr/>
          </p:nvCxnSpPr>
          <p:spPr>
            <a:xfrm>
              <a:off x="1544634" y="1870152"/>
              <a:ext cx="1227827" cy="6874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24C7462-AE0D-A69C-03F4-1B6019EDDF15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>
            <a:xfrm>
              <a:off x="1544634" y="2557555"/>
              <a:ext cx="1227827" cy="6874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2B09722-5F61-2AFB-468D-833696803315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 flipV="1">
              <a:off x="1544634" y="1182749"/>
              <a:ext cx="1227827" cy="2062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F9340DA-28C2-D53D-A421-AB943919EBC5}"/>
              </a:ext>
            </a:extLst>
          </p:cNvPr>
          <p:cNvSpPr txBox="1"/>
          <p:nvPr/>
        </p:nvSpPr>
        <p:spPr>
          <a:xfrm>
            <a:off x="6258412" y="353176"/>
            <a:ext cx="12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CAN TX</a:t>
            </a: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5C8A793E-FB00-6DBF-ECB9-ACE3D0E9B9DE}"/>
              </a:ext>
            </a:extLst>
          </p:cNvPr>
          <p:cNvSpPr/>
          <p:nvPr/>
        </p:nvSpPr>
        <p:spPr>
          <a:xfrm>
            <a:off x="6017263" y="787786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TX1-MSG0</a:t>
            </a:r>
            <a:endParaRPr lang="zh-CN" altLang="en-US" dirty="0"/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B1F57041-7331-5476-C040-61C610E4152A}"/>
              </a:ext>
            </a:extLst>
          </p:cNvPr>
          <p:cNvSpPr/>
          <p:nvPr/>
        </p:nvSpPr>
        <p:spPr>
          <a:xfrm>
            <a:off x="6017263" y="1759943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TX2-MSG0</a:t>
            </a:r>
            <a:endParaRPr lang="zh-CN" altLang="en-US" dirty="0"/>
          </a:p>
        </p:txBody>
      </p:sp>
      <p:sp>
        <p:nvSpPr>
          <p:cNvPr id="17" name="流程图: 过程 16">
            <a:extLst>
              <a:ext uri="{FF2B5EF4-FFF2-40B4-BE49-F238E27FC236}">
                <a16:creationId xmlns:a16="http://schemas.microsoft.com/office/drawing/2014/main" id="{F116CB81-E850-96ED-C0FF-46D40081688B}"/>
              </a:ext>
            </a:extLst>
          </p:cNvPr>
          <p:cNvSpPr/>
          <p:nvPr/>
        </p:nvSpPr>
        <p:spPr>
          <a:xfrm>
            <a:off x="6017263" y="2732100"/>
            <a:ext cx="1505632" cy="32674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TX3-MSG0</a:t>
            </a:r>
            <a:endParaRPr lang="zh-CN" altLang="en-US" dirty="0"/>
          </a:p>
        </p:txBody>
      </p:sp>
      <p:sp>
        <p:nvSpPr>
          <p:cNvPr id="19" name="流程图: 过程 18">
            <a:extLst>
              <a:ext uri="{FF2B5EF4-FFF2-40B4-BE49-F238E27FC236}">
                <a16:creationId xmlns:a16="http://schemas.microsoft.com/office/drawing/2014/main" id="{83860E17-F0D5-3A7B-1150-B5FA0D474E7D}"/>
              </a:ext>
            </a:extLst>
          </p:cNvPr>
          <p:cNvSpPr/>
          <p:nvPr/>
        </p:nvSpPr>
        <p:spPr>
          <a:xfrm>
            <a:off x="6017263" y="3661670"/>
            <a:ext cx="1505632" cy="32674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TX4-MSG0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6E670A-2A49-911F-9E6F-A89B4509CB0A}"/>
              </a:ext>
            </a:extLst>
          </p:cNvPr>
          <p:cNvSpPr txBox="1"/>
          <p:nvPr/>
        </p:nvSpPr>
        <p:spPr>
          <a:xfrm>
            <a:off x="9381850" y="353176"/>
            <a:ext cx="12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CAN RX</a:t>
            </a:r>
          </a:p>
        </p:txBody>
      </p:sp>
      <p:sp>
        <p:nvSpPr>
          <p:cNvPr id="25" name="流程图: 过程 24">
            <a:extLst>
              <a:ext uri="{FF2B5EF4-FFF2-40B4-BE49-F238E27FC236}">
                <a16:creationId xmlns:a16="http://schemas.microsoft.com/office/drawing/2014/main" id="{06F6D7FC-34A1-A141-8AEF-F4FF0F98CF06}"/>
              </a:ext>
            </a:extLst>
          </p:cNvPr>
          <p:cNvSpPr/>
          <p:nvPr/>
        </p:nvSpPr>
        <p:spPr>
          <a:xfrm>
            <a:off x="9232883" y="770921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RX1-MSG0</a:t>
            </a:r>
            <a:endParaRPr lang="zh-CN" altLang="en-US" dirty="0"/>
          </a:p>
        </p:txBody>
      </p:sp>
      <p:sp>
        <p:nvSpPr>
          <p:cNvPr id="26" name="流程图: 过程 25">
            <a:extLst>
              <a:ext uri="{FF2B5EF4-FFF2-40B4-BE49-F238E27FC236}">
                <a16:creationId xmlns:a16="http://schemas.microsoft.com/office/drawing/2014/main" id="{D7CD7E09-CFC8-E4C5-0DFB-1751F26EB582}"/>
              </a:ext>
            </a:extLst>
          </p:cNvPr>
          <p:cNvSpPr/>
          <p:nvPr/>
        </p:nvSpPr>
        <p:spPr>
          <a:xfrm>
            <a:off x="9232883" y="1157118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RX1-MSG1</a:t>
            </a:r>
            <a:endParaRPr lang="zh-CN" altLang="en-US" dirty="0"/>
          </a:p>
        </p:txBody>
      </p:sp>
      <p:sp>
        <p:nvSpPr>
          <p:cNvPr id="27" name="流程图: 过程 26">
            <a:extLst>
              <a:ext uri="{FF2B5EF4-FFF2-40B4-BE49-F238E27FC236}">
                <a16:creationId xmlns:a16="http://schemas.microsoft.com/office/drawing/2014/main" id="{BC603BCD-7202-99CE-F395-AD57A7F5FB3E}"/>
              </a:ext>
            </a:extLst>
          </p:cNvPr>
          <p:cNvSpPr/>
          <p:nvPr/>
        </p:nvSpPr>
        <p:spPr>
          <a:xfrm>
            <a:off x="9232883" y="1543316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RX1-MSG2</a:t>
            </a:r>
            <a:endParaRPr lang="zh-CN" altLang="en-US" dirty="0"/>
          </a:p>
        </p:txBody>
      </p:sp>
      <p:sp>
        <p:nvSpPr>
          <p:cNvPr id="28" name="流程图: 过程 27">
            <a:extLst>
              <a:ext uri="{FF2B5EF4-FFF2-40B4-BE49-F238E27FC236}">
                <a16:creationId xmlns:a16="http://schemas.microsoft.com/office/drawing/2014/main" id="{38A59A7D-0851-388E-44D4-E7B19B55B72E}"/>
              </a:ext>
            </a:extLst>
          </p:cNvPr>
          <p:cNvSpPr/>
          <p:nvPr/>
        </p:nvSpPr>
        <p:spPr>
          <a:xfrm>
            <a:off x="9232883" y="1929514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RX1-MSG3</a:t>
            </a:r>
            <a:endParaRPr lang="zh-CN" altLang="en-US" dirty="0"/>
          </a:p>
        </p:txBody>
      </p:sp>
      <p:sp>
        <p:nvSpPr>
          <p:cNvPr id="29" name="流程图: 过程 28">
            <a:extLst>
              <a:ext uri="{FF2B5EF4-FFF2-40B4-BE49-F238E27FC236}">
                <a16:creationId xmlns:a16="http://schemas.microsoft.com/office/drawing/2014/main" id="{11A24E88-332C-0520-0F5F-629D841EB9D4}"/>
              </a:ext>
            </a:extLst>
          </p:cNvPr>
          <p:cNvSpPr/>
          <p:nvPr/>
        </p:nvSpPr>
        <p:spPr>
          <a:xfrm>
            <a:off x="9232883" y="2875627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RX4-MSG0</a:t>
            </a:r>
            <a:endParaRPr lang="zh-CN" altLang="en-US" dirty="0"/>
          </a:p>
        </p:txBody>
      </p:sp>
      <p:sp>
        <p:nvSpPr>
          <p:cNvPr id="30" name="流程图: 过程 29">
            <a:extLst>
              <a:ext uri="{FF2B5EF4-FFF2-40B4-BE49-F238E27FC236}">
                <a16:creationId xmlns:a16="http://schemas.microsoft.com/office/drawing/2014/main" id="{879B5D24-B17C-7C56-65D8-8904C9E5D869}"/>
              </a:ext>
            </a:extLst>
          </p:cNvPr>
          <p:cNvSpPr/>
          <p:nvPr/>
        </p:nvSpPr>
        <p:spPr>
          <a:xfrm>
            <a:off x="9232883" y="3261824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RX4-MSG1</a:t>
            </a:r>
            <a:endParaRPr lang="zh-CN" altLang="en-US" dirty="0"/>
          </a:p>
        </p:txBody>
      </p:sp>
      <p:sp>
        <p:nvSpPr>
          <p:cNvPr id="31" name="流程图: 过程 30">
            <a:extLst>
              <a:ext uri="{FF2B5EF4-FFF2-40B4-BE49-F238E27FC236}">
                <a16:creationId xmlns:a16="http://schemas.microsoft.com/office/drawing/2014/main" id="{6695EA77-D3A5-EB00-59B6-787C8960DA2E}"/>
              </a:ext>
            </a:extLst>
          </p:cNvPr>
          <p:cNvSpPr/>
          <p:nvPr/>
        </p:nvSpPr>
        <p:spPr>
          <a:xfrm>
            <a:off x="9232883" y="3648022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RX4-MSG2</a:t>
            </a:r>
            <a:endParaRPr lang="zh-CN" altLang="en-US" dirty="0"/>
          </a:p>
        </p:txBody>
      </p:sp>
      <p:sp>
        <p:nvSpPr>
          <p:cNvPr id="32" name="流程图: 过程 31">
            <a:extLst>
              <a:ext uri="{FF2B5EF4-FFF2-40B4-BE49-F238E27FC236}">
                <a16:creationId xmlns:a16="http://schemas.microsoft.com/office/drawing/2014/main" id="{79146F44-E04B-3287-A3E1-652E2B556478}"/>
              </a:ext>
            </a:extLst>
          </p:cNvPr>
          <p:cNvSpPr/>
          <p:nvPr/>
        </p:nvSpPr>
        <p:spPr>
          <a:xfrm>
            <a:off x="9232883" y="4034220"/>
            <a:ext cx="150563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RX4-MSG3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37B293A-6735-3C80-8C32-753BE057C769}"/>
              </a:ext>
            </a:extLst>
          </p:cNvPr>
          <p:cNvSpPr txBox="1"/>
          <p:nvPr/>
        </p:nvSpPr>
        <p:spPr>
          <a:xfrm>
            <a:off x="9812414" y="2356404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41515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382</Words>
  <Application>Microsoft Office PowerPoint</Application>
  <PresentationFormat>宽屏</PresentationFormat>
  <Paragraphs>170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Yalong Xu</dc:creator>
  <cp:lastModifiedBy>Yalong Xu</cp:lastModifiedBy>
  <cp:revision>20</cp:revision>
  <dcterms:created xsi:type="dcterms:W3CDTF">2025-08-03T04:31:58Z</dcterms:created>
  <dcterms:modified xsi:type="dcterms:W3CDTF">2025-09-06T02:27:09Z</dcterms:modified>
</cp:coreProperties>
</file>